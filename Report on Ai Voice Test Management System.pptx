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49" r:id="rId5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12FE70-F2F6-4634-BC40-F27F4FF12411}" v="1" dt="2026-03-31T10:43:24.950"/>
  </p1510:revLst>
</p1510:revInfo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tblBg/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tblBg/>
    <a:wholeTbl>
      <a:tcTxStyle>
        <a:fontRef idx="minor">
          <a:srgbClr val="00000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rgbClr val="00000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tblBg/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tblBg/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– Accent 1">
    <a:tblBg/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tblBg/>
    <a:wholeTbl>
      <a:tcTxStyle>
        <a:fontRef idx="minor">
          <a:srgbClr val="00000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rgbClr val="00000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- Accent 6">
    <a:tblBg/>
    <a:wholeTbl>
      <a:tcTxStyle>
        <a:fontRef idx="minor">
          <a:srgbClr val="00000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rgbClr val="00000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tblBg/>
    <a:wholeTbl>
      <a:tcTxStyle>
        <a:fontRef idx="minor">
          <a:srgbClr val="00000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rgbClr val="00000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1B1B2-C619-3141-A37D-2C504000E528}" type="datetimeFigureOut">
              <a:rPr lang="en-DE" smtClean="0"/>
              <a:t>03/31/2026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4A4CB-A548-BB42-8983-7E78C5810B8E}" type="slidenum">
              <a:rPr lang="en-DE" smtClean="0"/>
              <a:t>‹#›</a:t>
            </a:fld>
            <a:endParaRPr lang="en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specimen/Red+Hat+Text?query=red+hat+text" TargetMode="External"/><Relationship Id="rId2" Type="http://schemas.openxmlformats.org/officeDocument/2006/relationships/hyperlink" Target="https://fonts.google.com/specimen/Red+Hat+Display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ubtitle 2"/>
          <p:cNvSpPr/>
          <p:nvPr userDrawn="1"/>
        </p:nvSpPr>
        <p:spPr>
          <a:xfrm>
            <a:off x="2825815" y="895875"/>
            <a:ext cx="6540369" cy="1237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600" b="0" i="1" kern="120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 spc="60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i="0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4000" b="1" i="0">
                <a:effectLst/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rPr>
              <a:t>Download the Whale TV</a:t>
            </a:r>
            <a:br/>
            <a:r>
              <a:rPr lang="en-GB" sz="4000" b="1" i="0">
                <a:effectLst/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rPr>
              <a:t>fonts before use</a:t>
            </a:r>
            <a:endParaRPr lang="en-DE" sz="4000" b="1" i="0">
              <a:latin typeface="Red Hat Display Black" panose="02010303040201060303" pitchFamily="2" charset="0"/>
              <a:ea typeface="Red Hat Display Black" panose="02010303040201060303" pitchFamily="2" charset="0"/>
              <a:cs typeface="Red Hat Display Black" panose="02010303040201060303" pitchFamily="2" charset="0"/>
            </a:endParaRPr>
          </a:p>
        </p:txBody>
      </p:sp>
      <p:sp>
        <p:nvSpPr>
          <p:cNvPr id="22" name="Subtitle 2"/>
          <p:cNvSpPr/>
          <p:nvPr userDrawn="1"/>
        </p:nvSpPr>
        <p:spPr>
          <a:xfrm>
            <a:off x="3207781" y="4754971"/>
            <a:ext cx="5834091" cy="2501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600" b="0" i="1" kern="120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 spc="60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i="0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2500" b="1" i="0">
                <a:effectLst/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rPr>
              <a:t>Always assure you stay within the</a:t>
            </a:r>
            <a:endParaRPr lang="en-DE" sz="2500" b="1" i="0">
              <a:latin typeface="Red Hat Display Black" panose="02010303040201060303" pitchFamily="2" charset="0"/>
              <a:ea typeface="Red Hat Display Black" panose="02010303040201060303" pitchFamily="2" charset="0"/>
              <a:cs typeface="Red Hat Display Black" panose="02010303040201060303" pitchFamily="2" charset="0"/>
            </a:endParaRPr>
          </a:p>
        </p:txBody>
      </p:sp>
      <p:sp>
        <p:nvSpPr>
          <p:cNvPr id="23" name="Subtitle 2"/>
          <p:cNvSpPr/>
          <p:nvPr userDrawn="1"/>
        </p:nvSpPr>
        <p:spPr>
          <a:xfrm>
            <a:off x="3207781" y="5093444"/>
            <a:ext cx="5834091" cy="2501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600" b="0" i="1" kern="120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 spc="60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i="0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2500" b="1" i="0">
                <a:solidFill>
                  <a:schemeClr val="accent1"/>
                </a:solidFill>
                <a:effectLst/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rPr>
              <a:t>Whale TV Design Guideline</a:t>
            </a:r>
            <a:endParaRPr lang="en-DE" sz="2500" b="1" i="0">
              <a:solidFill>
                <a:schemeClr val="accent1"/>
              </a:solidFill>
              <a:latin typeface="Red Hat Display Black" panose="02010303040201060303" pitchFamily="2" charset="0"/>
              <a:ea typeface="Red Hat Display Black" panose="02010303040201060303" pitchFamily="2" charset="0"/>
              <a:cs typeface="Red Hat Display Black" panose="02010303040201060303" pitchFamily="2" charset="0"/>
            </a:endParaRPr>
          </a:p>
        </p:txBody>
      </p:sp>
      <p:sp>
        <p:nvSpPr>
          <p:cNvPr id="24" name="Subtitle 2"/>
          <p:cNvSpPr/>
          <p:nvPr userDrawn="1"/>
        </p:nvSpPr>
        <p:spPr>
          <a:xfrm>
            <a:off x="2825815" y="5842553"/>
            <a:ext cx="6540369" cy="2501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600" b="0" i="1" kern="120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 spc="60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i="0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600">
                <a:effectLst/>
              </a:rPr>
              <a:t>If you’re unsure about the correct use or have any other</a:t>
            </a:r>
            <a:br/>
            <a:r>
              <a:rPr lang="en-GB" sz="1600">
                <a:effectLst/>
              </a:rPr>
              <a:t>concerns, please contact the design team</a:t>
            </a:r>
            <a:endParaRPr lang="en-DE" sz="1600"/>
          </a:p>
        </p:txBody>
      </p:sp>
      <p:sp>
        <p:nvSpPr>
          <p:cNvPr id="25" name="Subtitle 2"/>
          <p:cNvSpPr/>
          <p:nvPr userDrawn="1"/>
        </p:nvSpPr>
        <p:spPr>
          <a:xfrm>
            <a:off x="208120" y="221385"/>
            <a:ext cx="3413621" cy="2707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600" b="0" i="1" kern="120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 spc="60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i="0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GB" sz="1100">
                <a:effectLst/>
              </a:rPr>
              <a:t>Delete this slide once you’ve followed the directions</a:t>
            </a:r>
            <a:endParaRPr lang="en-DE" sz="1100"/>
          </a:p>
        </p:txBody>
      </p:sp>
      <p:sp>
        <p:nvSpPr>
          <p:cNvPr id="26" name="Subtitle 2"/>
          <p:cNvSpPr/>
          <p:nvPr userDrawn="1"/>
        </p:nvSpPr>
        <p:spPr>
          <a:xfrm>
            <a:off x="3005109" y="2570955"/>
            <a:ext cx="3090891" cy="3685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600" b="0" i="1" kern="120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 spc="60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i="0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2500" b="0" i="0">
                <a:solidFill>
                  <a:schemeClr val="bg1"/>
                </a:solidFill>
                <a:effectLst/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  <a:hlinkClick r:id="rId2"/>
              </a:rPr>
              <a:t>Red Hat Display</a:t>
            </a:r>
            <a:endParaRPr lang="en-DE" sz="2500" b="0" i="0">
              <a:solidFill>
                <a:schemeClr val="bg1"/>
              </a:solidFill>
              <a:latin typeface="Red Hat Display Medium" panose="02010303040201060303" pitchFamily="2" charset="0"/>
              <a:ea typeface="Red Hat Display Medium" panose="02010303040201060303" pitchFamily="2" charset="0"/>
              <a:cs typeface="Red Hat Display Medium" panose="02010303040201060303" pitchFamily="2" charset="0"/>
            </a:endParaRPr>
          </a:p>
        </p:txBody>
      </p:sp>
      <p:sp>
        <p:nvSpPr>
          <p:cNvPr id="27" name="Subtitle 2"/>
          <p:cNvSpPr/>
          <p:nvPr userDrawn="1"/>
        </p:nvSpPr>
        <p:spPr>
          <a:xfrm>
            <a:off x="5999699" y="2570955"/>
            <a:ext cx="3090891" cy="3685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600" b="0" i="1" kern="120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 spc="60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i="0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2500" b="0" i="0">
                <a:solidFill>
                  <a:schemeClr val="bg1"/>
                </a:solidFill>
                <a:effectLst/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  <a:hlinkClick r:id="rId3"/>
              </a:rPr>
              <a:t>Red Hat Text</a:t>
            </a:r>
            <a:endParaRPr lang="en-DE" sz="2500" b="0" i="0">
              <a:solidFill>
                <a:schemeClr val="bg1"/>
              </a:solidFill>
              <a:latin typeface="Red Hat Display Medium" panose="02010303040201060303" pitchFamily="2" charset="0"/>
              <a:ea typeface="Red Hat Display Medium" panose="02010303040201060303" pitchFamily="2" charset="0"/>
              <a:cs typeface="Red Hat Display Medium" panose="02010303040201060303" pitchFamily="2" charset="0"/>
            </a:endParaRPr>
          </a:p>
        </p:txBody>
      </p:sp>
      <p:pic>
        <p:nvPicPr>
          <p:cNvPr id="5" name="Picture 4" descr="A black and white logo&amp;#xA;&amp;#xA;Description automatically generated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01408" y="3226054"/>
            <a:ext cx="2498291" cy="59529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7" name="Picture 6" descr="A black and white sign with white text&amp;#xA;&amp;#xA;Description automatically generated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23800" y="3240557"/>
            <a:ext cx="2242687" cy="58548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8" name="Subtitle 2"/>
          <p:cNvSpPr/>
          <p:nvPr userDrawn="1"/>
        </p:nvSpPr>
        <p:spPr>
          <a:xfrm>
            <a:off x="3301408" y="3834991"/>
            <a:ext cx="1545603" cy="174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600" b="0" i="1" kern="120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 spc="60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i="0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GB" sz="1100">
                <a:effectLst/>
              </a:rPr>
              <a:t>Image for reference</a:t>
            </a:r>
            <a:endParaRPr lang="en-DE" sz="1100"/>
          </a:p>
        </p:txBody>
      </p:sp>
      <p:sp>
        <p:nvSpPr>
          <p:cNvPr id="9" name="Subtitle 2"/>
          <p:cNvSpPr/>
          <p:nvPr userDrawn="1"/>
        </p:nvSpPr>
        <p:spPr>
          <a:xfrm>
            <a:off x="7149013" y="3834991"/>
            <a:ext cx="1545603" cy="174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600" b="0" i="1" kern="120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 spc="60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i="0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en-GB" sz="1100">
                <a:effectLst/>
              </a:rPr>
              <a:t>Image for reference</a:t>
            </a:r>
            <a:endParaRPr lang="en-DE" sz="11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image-cut">
    <p:bg>
      <p:bgPr>
        <a:blipFill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 userDrawn="1"/>
        </p:nvSpPr>
        <p:spPr>
          <a:xfrm flipH="1">
            <a:off x="625642" y="529389"/>
            <a:ext cx="11566358" cy="6328611"/>
          </a:xfrm>
          <a:prstGeom prst="rtTriangle">
            <a:avLst/>
          </a:prstGeom>
          <a:solidFill>
            <a:schemeClr val="accent1">
              <a:alpha val="70085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60958" y="4179921"/>
            <a:ext cx="5105400" cy="1797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ttle-inf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25483" y="1824473"/>
            <a:ext cx="5170517" cy="4536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000" b="1" i="0">
                <a:solidFill>
                  <a:schemeClr val="tx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DE" dirty="0"/>
              <a:t>Content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925513" y="2778245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925513" y="3433852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925513" y="4089460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925513" y="4745067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082072" y="2778245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082072" y="3433852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082072" y="4089460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082072" y="4745067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278296" y="278296"/>
            <a:ext cx="11685272" cy="315289"/>
            <a:chOff x="278296" y="278296"/>
            <a:chExt cx="11685272" cy="315289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1022540" y="399596"/>
              <a:ext cx="941028" cy="193989"/>
            </a:xfrm>
            <a:prstGeom prst="rect">
              <a:avLst/>
            </a:prstGeom>
          </p:spPr>
        </p:pic>
        <p:cxnSp>
          <p:nvCxnSpPr>
            <p:cNvPr id="13" name="Straight Connector 12"/>
            <p:cNvCxnSpPr/>
            <p:nvPr userDrawn="1"/>
          </p:nvCxnSpPr>
          <p:spPr>
            <a:xfrm>
              <a:off x="278296" y="278296"/>
              <a:ext cx="1168527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more-inf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7883" y="1976873"/>
            <a:ext cx="5170517" cy="4536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000" b="1" i="0">
                <a:solidFill>
                  <a:schemeClr val="tx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DE" dirty="0"/>
              <a:t>Content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077913" y="2930645"/>
            <a:ext cx="344487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1.</a:t>
            </a:r>
            <a:endParaRPr lang="en-DE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1585913" y="2930645"/>
            <a:ext cx="2199841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1587067" y="3543708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1.1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2095067" y="3543708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2095067" y="3959345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23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2095067" y="4374981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26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1587067" y="3957924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1.2</a:t>
            </a:r>
          </a:p>
        </p:txBody>
      </p:sp>
      <p:sp>
        <p:nvSpPr>
          <p:cNvPr id="28" name="Text Placehold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1587067" y="4372140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1.3</a:t>
            </a:r>
          </a:p>
        </p:txBody>
      </p:sp>
      <p:sp>
        <p:nvSpPr>
          <p:cNvPr id="30" name="Text Placehold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4481513" y="2930645"/>
            <a:ext cx="508000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2.</a:t>
            </a:r>
            <a:endParaRPr lang="en-DE" dirty="0"/>
          </a:p>
        </p:txBody>
      </p:sp>
      <p:sp>
        <p:nvSpPr>
          <p:cNvPr id="31" name="Text Placeholder 15"/>
          <p:cNvSpPr>
            <a:spLocks noGrp="1"/>
          </p:cNvSpPr>
          <p:nvPr>
            <p:ph type="body" sz="quarter" idx="21" hasCustomPrompt="1"/>
          </p:nvPr>
        </p:nvSpPr>
        <p:spPr>
          <a:xfrm>
            <a:off x="4989513" y="2930645"/>
            <a:ext cx="2199841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32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990667" y="3543708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2.1</a:t>
            </a:r>
          </a:p>
        </p:txBody>
      </p:sp>
      <p:sp>
        <p:nvSpPr>
          <p:cNvPr id="33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498667" y="3543708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34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5498667" y="3959345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35" name="Text Placeholder 15"/>
          <p:cNvSpPr>
            <a:spLocks noGrp="1"/>
          </p:cNvSpPr>
          <p:nvPr>
            <p:ph type="body" sz="quarter" idx="25" hasCustomPrompt="1"/>
          </p:nvPr>
        </p:nvSpPr>
        <p:spPr>
          <a:xfrm>
            <a:off x="5498667" y="4374981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36" name="Text Placeholder 15"/>
          <p:cNvSpPr>
            <a:spLocks noGrp="1"/>
          </p:cNvSpPr>
          <p:nvPr>
            <p:ph type="body" sz="quarter" idx="26" hasCustomPrompt="1"/>
          </p:nvPr>
        </p:nvSpPr>
        <p:spPr>
          <a:xfrm>
            <a:off x="4990667" y="3957924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2.2</a:t>
            </a:r>
          </a:p>
        </p:txBody>
      </p:sp>
      <p:sp>
        <p:nvSpPr>
          <p:cNvPr id="37" name="Text Placeholder 15"/>
          <p:cNvSpPr>
            <a:spLocks noGrp="1"/>
          </p:cNvSpPr>
          <p:nvPr>
            <p:ph type="body" sz="quarter" idx="27" hasCustomPrompt="1"/>
          </p:nvPr>
        </p:nvSpPr>
        <p:spPr>
          <a:xfrm>
            <a:off x="4990667" y="4372140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2.3</a:t>
            </a:r>
          </a:p>
        </p:txBody>
      </p:sp>
      <p:sp>
        <p:nvSpPr>
          <p:cNvPr id="39" name="Text Placeholder 15"/>
          <p:cNvSpPr>
            <a:spLocks noGrp="1"/>
          </p:cNvSpPr>
          <p:nvPr>
            <p:ph type="body" sz="quarter" idx="28" hasCustomPrompt="1"/>
          </p:nvPr>
        </p:nvSpPr>
        <p:spPr>
          <a:xfrm>
            <a:off x="7885113" y="2930645"/>
            <a:ext cx="508000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3.</a:t>
            </a:r>
            <a:endParaRPr lang="en-DE" dirty="0"/>
          </a:p>
        </p:txBody>
      </p:sp>
      <p:sp>
        <p:nvSpPr>
          <p:cNvPr id="40" name="Text Placeholder 15"/>
          <p:cNvSpPr>
            <a:spLocks noGrp="1"/>
          </p:cNvSpPr>
          <p:nvPr>
            <p:ph type="body" sz="quarter" idx="29" hasCustomPrompt="1"/>
          </p:nvPr>
        </p:nvSpPr>
        <p:spPr>
          <a:xfrm>
            <a:off x="8393113" y="2930645"/>
            <a:ext cx="2199841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41" name="Text Placeholder 15"/>
          <p:cNvSpPr>
            <a:spLocks noGrp="1"/>
          </p:cNvSpPr>
          <p:nvPr>
            <p:ph type="body" sz="quarter" idx="30" hasCustomPrompt="1"/>
          </p:nvPr>
        </p:nvSpPr>
        <p:spPr>
          <a:xfrm>
            <a:off x="8394267" y="3543708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3.1</a:t>
            </a:r>
          </a:p>
        </p:txBody>
      </p:sp>
      <p:sp>
        <p:nvSpPr>
          <p:cNvPr id="42" name="Text Placeholder 15"/>
          <p:cNvSpPr>
            <a:spLocks noGrp="1"/>
          </p:cNvSpPr>
          <p:nvPr>
            <p:ph type="body" sz="quarter" idx="31" hasCustomPrompt="1"/>
          </p:nvPr>
        </p:nvSpPr>
        <p:spPr>
          <a:xfrm>
            <a:off x="8902267" y="3543708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43" name="Text Placeholder 15"/>
          <p:cNvSpPr>
            <a:spLocks noGrp="1"/>
          </p:cNvSpPr>
          <p:nvPr>
            <p:ph type="body" sz="quarter" idx="32" hasCustomPrompt="1"/>
          </p:nvPr>
        </p:nvSpPr>
        <p:spPr>
          <a:xfrm>
            <a:off x="8902267" y="3959345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44" name="Text Placeholder 15"/>
          <p:cNvSpPr>
            <a:spLocks noGrp="1"/>
          </p:cNvSpPr>
          <p:nvPr>
            <p:ph type="body" sz="quarter" idx="33" hasCustomPrompt="1"/>
          </p:nvPr>
        </p:nvSpPr>
        <p:spPr>
          <a:xfrm>
            <a:off x="8902267" y="4374981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45" name="Text Placeholder 15"/>
          <p:cNvSpPr>
            <a:spLocks noGrp="1"/>
          </p:cNvSpPr>
          <p:nvPr>
            <p:ph type="body" sz="quarter" idx="34" hasCustomPrompt="1"/>
          </p:nvPr>
        </p:nvSpPr>
        <p:spPr>
          <a:xfrm>
            <a:off x="8394267" y="3957924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3.2</a:t>
            </a:r>
          </a:p>
        </p:txBody>
      </p:sp>
      <p:sp>
        <p:nvSpPr>
          <p:cNvPr id="46" name="Text Placeholder 15"/>
          <p:cNvSpPr>
            <a:spLocks noGrp="1"/>
          </p:cNvSpPr>
          <p:nvPr>
            <p:ph type="body" sz="quarter" idx="35" hasCustomPrompt="1"/>
          </p:nvPr>
        </p:nvSpPr>
        <p:spPr>
          <a:xfrm>
            <a:off x="8394267" y="4372140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3.3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278296" y="278296"/>
            <a:ext cx="11685272" cy="315289"/>
            <a:chOff x="278296" y="278296"/>
            <a:chExt cx="11685272" cy="315289"/>
          </a:xfrm>
        </p:grpSpPr>
        <p:pic>
          <p:nvPicPr>
            <p:cNvPr id="6" name="Picture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1022540" y="399596"/>
              <a:ext cx="941028" cy="193989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 userDrawn="1"/>
          </p:nvCxnSpPr>
          <p:spPr>
            <a:xfrm>
              <a:off x="278296" y="278296"/>
              <a:ext cx="1168527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278296" y="278296"/>
            <a:ext cx="11685272" cy="315289"/>
            <a:chOff x="278296" y="278296"/>
            <a:chExt cx="11685272" cy="315289"/>
          </a:xfrm>
        </p:grpSpPr>
        <p:pic>
          <p:nvPicPr>
            <p:cNvPr id="6" name="Picture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1022540" y="399596"/>
              <a:ext cx="941028" cy="193989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 userDrawn="1"/>
          </p:nvCxnSpPr>
          <p:spPr>
            <a:xfrm>
              <a:off x="278296" y="278296"/>
              <a:ext cx="1168527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-text_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43478" y="4909718"/>
            <a:ext cx="4852649" cy="889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Red Hat Text Medium" panose="02010303040201060303" pitchFamily="2" charset="0"/>
                <a:ea typeface="Red Hat Text Medium" panose="02010303040201060303" pitchFamily="2" charset="0"/>
                <a:cs typeface="Red Hat Text Medium" panose="02010303040201060303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</a:t>
            </a:r>
            <a:endParaRPr lang="en-DE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78" y="4081194"/>
            <a:ext cx="4852650" cy="4716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000" b="1" i="0">
                <a:solidFill>
                  <a:schemeClr val="tx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DE" dirty="0"/>
              <a:t>Lorem Ipsum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278296" y="278296"/>
            <a:ext cx="11685272" cy="315289"/>
            <a:chOff x="278296" y="278296"/>
            <a:chExt cx="11685272" cy="315289"/>
          </a:xfrm>
        </p:grpSpPr>
        <p:pic>
          <p:nvPicPr>
            <p:cNvPr id="3" name="Picture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1022540" y="399596"/>
              <a:ext cx="941028" cy="193989"/>
            </a:xfrm>
            <a:prstGeom prst="rect">
              <a:avLst/>
            </a:prstGeom>
          </p:spPr>
        </p:pic>
        <p:cxnSp>
          <p:nvCxnSpPr>
            <p:cNvPr id="4" name="Straight Connector 3"/>
            <p:cNvCxnSpPr/>
            <p:nvPr userDrawn="1"/>
          </p:nvCxnSpPr>
          <p:spPr>
            <a:xfrm>
              <a:off x="278296" y="278296"/>
              <a:ext cx="1168527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re-text_3-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694843" y="2234483"/>
            <a:ext cx="10802314" cy="3411689"/>
          </a:xfrm>
          <a:prstGeom prst="rect">
            <a:avLst/>
          </a:prstGeom>
        </p:spPr>
        <p:txBody>
          <a:bodyPr wrap="none" numCol="3" spcCol="360000">
            <a:noAutofit/>
          </a:bodyPr>
          <a:lstStyle>
            <a:lvl1pPr marL="0" indent="0" algn="just">
              <a:buNone/>
              <a:defRPr sz="1200" b="0" i="0">
                <a:solidFill>
                  <a:schemeClr val="tx1"/>
                </a:solidFill>
                <a:latin typeface="Red Hat Text Medium" panose="02010303040201060303" pitchFamily="2" charset="0"/>
                <a:ea typeface="Red Hat Text Medium" panose="02010303040201060303" pitchFamily="2" charset="0"/>
                <a:cs typeface="Red Hat Text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At </a:t>
            </a:r>
            <a:r>
              <a:rPr lang="en-GB" dirty="0" err="1"/>
              <a:t>vero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et </a:t>
            </a:r>
            <a:r>
              <a:rPr lang="en-GB" dirty="0" err="1"/>
              <a:t>accusam</a:t>
            </a:r>
            <a:r>
              <a:rPr lang="en-GB" dirty="0"/>
              <a:t> et </a:t>
            </a:r>
            <a:r>
              <a:rPr lang="en-GB" dirty="0" err="1"/>
              <a:t>justo</a:t>
            </a:r>
            <a:r>
              <a:rPr lang="en-GB" dirty="0"/>
              <a:t> duo </a:t>
            </a:r>
            <a:r>
              <a:rPr lang="en-GB" dirty="0" err="1"/>
              <a:t>dolores</a:t>
            </a:r>
            <a:r>
              <a:rPr lang="en-GB" dirty="0"/>
              <a:t> et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rebum</a:t>
            </a:r>
            <a:r>
              <a:rPr lang="en-GB" dirty="0"/>
              <a:t>. Stet </a:t>
            </a:r>
            <a:r>
              <a:rPr lang="en-GB" dirty="0" err="1"/>
              <a:t>clita</a:t>
            </a:r>
            <a:r>
              <a:rPr lang="en-GB" dirty="0"/>
              <a:t> </a:t>
            </a:r>
            <a:r>
              <a:rPr lang="en-GB" dirty="0" err="1"/>
              <a:t>kasd</a:t>
            </a:r>
            <a:r>
              <a:rPr lang="en-GB" dirty="0"/>
              <a:t> </a:t>
            </a:r>
            <a:r>
              <a:rPr lang="en-GB" dirty="0" err="1"/>
              <a:t>gubergren</a:t>
            </a:r>
            <a:r>
              <a:rPr lang="en-GB" dirty="0"/>
              <a:t>, no sea </a:t>
            </a:r>
            <a:r>
              <a:rPr lang="en-GB" dirty="0" err="1"/>
              <a:t>takimata</a:t>
            </a:r>
            <a:r>
              <a:rPr lang="en-GB" dirty="0"/>
              <a:t> </a:t>
            </a:r>
            <a:r>
              <a:rPr lang="en-GB" dirty="0" err="1"/>
              <a:t>sanctus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At </a:t>
            </a:r>
            <a:r>
              <a:rPr lang="en-GB" dirty="0" err="1"/>
              <a:t>vero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et </a:t>
            </a:r>
            <a:r>
              <a:rPr lang="en-GB" dirty="0" err="1"/>
              <a:t>accusam</a:t>
            </a:r>
            <a:r>
              <a:rPr lang="en-GB" dirty="0"/>
              <a:t> et </a:t>
            </a:r>
            <a:r>
              <a:rPr lang="en-GB" dirty="0" err="1"/>
              <a:t>justo</a:t>
            </a:r>
            <a:r>
              <a:rPr lang="en-GB" dirty="0"/>
              <a:t> duo </a:t>
            </a:r>
            <a:r>
              <a:rPr lang="en-GB" dirty="0" err="1"/>
              <a:t>dolores</a:t>
            </a:r>
            <a:r>
              <a:rPr lang="en-GB" dirty="0"/>
              <a:t> et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rebum</a:t>
            </a:r>
            <a:r>
              <a:rPr lang="en-GB" dirty="0"/>
              <a:t>. Stet </a:t>
            </a:r>
            <a:r>
              <a:rPr lang="en-GB" dirty="0" err="1"/>
              <a:t>clita</a:t>
            </a:r>
            <a:r>
              <a:rPr lang="en-GB" dirty="0"/>
              <a:t> </a:t>
            </a:r>
            <a:r>
              <a:rPr lang="en-GB" dirty="0" err="1"/>
              <a:t>kasd</a:t>
            </a:r>
            <a:r>
              <a:rPr lang="en-GB" dirty="0"/>
              <a:t> </a:t>
            </a:r>
            <a:r>
              <a:rPr lang="en-GB" dirty="0" err="1"/>
              <a:t>gubergren</a:t>
            </a:r>
            <a:r>
              <a:rPr lang="en-GB" dirty="0"/>
              <a:t>, no sea </a:t>
            </a:r>
            <a:r>
              <a:rPr lang="en-GB" dirty="0" err="1"/>
              <a:t>takimata</a:t>
            </a:r>
            <a:r>
              <a:rPr lang="en-GB" dirty="0"/>
              <a:t> </a:t>
            </a:r>
            <a:r>
              <a:rPr lang="en-GB" dirty="0" err="1"/>
              <a:t>sanctus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At </a:t>
            </a:r>
            <a:r>
              <a:rPr lang="en-GB" dirty="0" err="1"/>
              <a:t>vero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et </a:t>
            </a:r>
            <a:r>
              <a:rPr lang="en-GB" dirty="0" err="1"/>
              <a:t>accusam</a:t>
            </a:r>
            <a:r>
              <a:rPr lang="en-GB" dirty="0"/>
              <a:t> et </a:t>
            </a:r>
            <a:r>
              <a:rPr lang="en-GB" dirty="0" err="1"/>
              <a:t>justo</a:t>
            </a:r>
            <a:r>
              <a:rPr lang="en-GB" dirty="0"/>
              <a:t> duo </a:t>
            </a:r>
            <a:r>
              <a:rPr lang="en-GB" dirty="0" err="1"/>
              <a:t>dolores</a:t>
            </a:r>
            <a:r>
              <a:rPr lang="en-GB" dirty="0"/>
              <a:t> et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rebum</a:t>
            </a:r>
            <a:r>
              <a:rPr lang="en-GB" dirty="0"/>
              <a:t>. Stet </a:t>
            </a:r>
            <a:r>
              <a:rPr lang="en-GB" dirty="0" err="1"/>
              <a:t>clita</a:t>
            </a:r>
            <a:r>
              <a:rPr lang="en-GB" dirty="0"/>
              <a:t> </a:t>
            </a:r>
            <a:r>
              <a:rPr lang="en-GB" dirty="0" err="1"/>
              <a:t>kasd</a:t>
            </a:r>
            <a:r>
              <a:rPr lang="en-GB" dirty="0"/>
              <a:t> </a:t>
            </a:r>
            <a:r>
              <a:rPr lang="en-GB" dirty="0" err="1"/>
              <a:t>gubergren</a:t>
            </a:r>
            <a:r>
              <a:rPr lang="en-GB" dirty="0"/>
              <a:t>, no sea </a:t>
            </a:r>
            <a:r>
              <a:rPr lang="en-GB" dirty="0" err="1"/>
              <a:t>takimata</a:t>
            </a:r>
            <a:r>
              <a:rPr lang="en-GB" dirty="0"/>
              <a:t> </a:t>
            </a:r>
            <a:r>
              <a:rPr lang="en-GB" dirty="0" err="1"/>
              <a:t>sanctus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At </a:t>
            </a:r>
            <a:r>
              <a:rPr lang="en-GB" dirty="0" err="1"/>
              <a:t>vero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et </a:t>
            </a:r>
            <a:r>
              <a:rPr lang="en-GB" dirty="0" err="1"/>
              <a:t>accusam</a:t>
            </a:r>
            <a:r>
              <a:rPr lang="en-GB" dirty="0"/>
              <a:t> et </a:t>
            </a:r>
            <a:r>
              <a:rPr lang="en-GB" dirty="0" err="1"/>
              <a:t>justo</a:t>
            </a:r>
            <a:r>
              <a:rPr lang="en-GB" dirty="0"/>
              <a:t> duo </a:t>
            </a:r>
            <a:r>
              <a:rPr lang="en-GB" dirty="0" err="1"/>
              <a:t>dolores</a:t>
            </a:r>
            <a:r>
              <a:rPr lang="en-GB" dirty="0"/>
              <a:t> et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rebum</a:t>
            </a:r>
            <a:r>
              <a:rPr lang="en-GB" dirty="0"/>
              <a:t>. Stet </a:t>
            </a:r>
            <a:r>
              <a:rPr lang="en-GB" dirty="0" err="1"/>
              <a:t>clita</a:t>
            </a:r>
            <a:r>
              <a:rPr lang="en-GB" dirty="0"/>
              <a:t> </a:t>
            </a:r>
            <a:r>
              <a:rPr lang="en-GB" dirty="0" err="1"/>
              <a:t>kasd</a:t>
            </a:r>
            <a:r>
              <a:rPr lang="en-GB" dirty="0"/>
              <a:t> </a:t>
            </a:r>
            <a:r>
              <a:rPr lang="en-GB" dirty="0" err="1"/>
              <a:t>gubergren</a:t>
            </a:r>
            <a:r>
              <a:rPr lang="en-GB" dirty="0"/>
              <a:t>, no sea </a:t>
            </a:r>
            <a:r>
              <a:rPr lang="en-GB" dirty="0" err="1"/>
              <a:t>takimata</a:t>
            </a:r>
            <a:r>
              <a:rPr lang="en-GB" dirty="0"/>
              <a:t> </a:t>
            </a:r>
            <a:r>
              <a:rPr lang="en-GB" dirty="0" err="1"/>
              <a:t>sanctus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</a:t>
            </a:r>
            <a:r>
              <a:rPr lang="en-DE" dirty="0"/>
              <a:t> </a:t>
            </a:r>
            <a:r>
              <a:rPr lang="en-GB" dirty="0" err="1"/>
              <a:t>eos</a:t>
            </a:r>
            <a:r>
              <a:rPr lang="en-GB" dirty="0"/>
              <a:t> et </a:t>
            </a:r>
            <a:r>
              <a:rPr lang="en-GB" dirty="0" err="1"/>
              <a:t>accusam</a:t>
            </a:r>
            <a:r>
              <a:rPr lang="en-GB" dirty="0"/>
              <a:t> et </a:t>
            </a:r>
            <a:r>
              <a:rPr lang="en-GB" dirty="0" err="1"/>
              <a:t>justo</a:t>
            </a:r>
            <a:r>
              <a:rPr lang="en-GB" dirty="0"/>
              <a:t> duo </a:t>
            </a:r>
            <a:r>
              <a:rPr lang="en-GB" dirty="0" err="1"/>
              <a:t>dolores</a:t>
            </a:r>
            <a:r>
              <a:rPr lang="en-GB" dirty="0"/>
              <a:t> et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rebum</a:t>
            </a:r>
            <a:r>
              <a:rPr lang="en-GB" dirty="0"/>
              <a:t>. Stet </a:t>
            </a:r>
            <a:r>
              <a:rPr lang="en-GB" dirty="0" err="1"/>
              <a:t>clita</a:t>
            </a:r>
            <a:r>
              <a:rPr lang="en-GB" dirty="0"/>
              <a:t> </a:t>
            </a:r>
            <a:r>
              <a:rPr lang="en-GB" dirty="0" err="1"/>
              <a:t>kasd</a:t>
            </a:r>
            <a:r>
              <a:rPr lang="en-GB" dirty="0"/>
              <a:t> </a:t>
            </a:r>
            <a:r>
              <a:rPr lang="en-GB" dirty="0" err="1"/>
              <a:t>gubergren</a:t>
            </a:r>
            <a:r>
              <a:rPr lang="en-GB" dirty="0"/>
              <a:t>, no sea </a:t>
            </a:r>
            <a:r>
              <a:rPr lang="en-GB" dirty="0" err="1"/>
              <a:t>takimata</a:t>
            </a:r>
            <a:r>
              <a:rPr lang="en-GB" dirty="0"/>
              <a:t> </a:t>
            </a:r>
            <a:r>
              <a:rPr lang="en-GB" dirty="0" err="1"/>
              <a:t>sanctus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At </a:t>
            </a:r>
            <a:r>
              <a:rPr lang="en-GB" dirty="0" err="1"/>
              <a:t>vero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et </a:t>
            </a:r>
            <a:r>
              <a:rPr lang="en-GB" dirty="0" err="1"/>
              <a:t>accusam</a:t>
            </a:r>
            <a:r>
              <a:rPr lang="en-GB" dirty="0"/>
              <a:t> et </a:t>
            </a:r>
            <a:r>
              <a:rPr lang="en-GB" dirty="0" err="1"/>
              <a:t>justo</a:t>
            </a:r>
            <a:r>
              <a:rPr lang="en-GB" dirty="0"/>
              <a:t> duo </a:t>
            </a:r>
            <a:r>
              <a:rPr lang="en-GB" dirty="0" err="1"/>
              <a:t>dolores</a:t>
            </a:r>
            <a:r>
              <a:rPr lang="en-GB" dirty="0"/>
              <a:t> et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rebum</a:t>
            </a:r>
            <a:r>
              <a:rPr lang="en-GB" dirty="0"/>
              <a:t>. Stet </a:t>
            </a:r>
            <a:r>
              <a:rPr lang="en-GB" dirty="0" err="1"/>
              <a:t>clita</a:t>
            </a:r>
            <a:r>
              <a:rPr lang="en-GB" dirty="0"/>
              <a:t> </a:t>
            </a:r>
            <a:r>
              <a:rPr lang="en-GB" dirty="0" err="1"/>
              <a:t>kasd</a:t>
            </a:r>
            <a:r>
              <a:rPr lang="en-GB" dirty="0"/>
              <a:t> </a:t>
            </a:r>
            <a:r>
              <a:rPr lang="en-GB" dirty="0" err="1"/>
              <a:t>gubergren</a:t>
            </a:r>
            <a:r>
              <a:rPr lang="en-GB" dirty="0"/>
              <a:t>, no sea </a:t>
            </a:r>
            <a:r>
              <a:rPr lang="en-GB" dirty="0" err="1"/>
              <a:t>takimata</a:t>
            </a:r>
            <a:r>
              <a:rPr lang="en-GB" dirty="0"/>
              <a:t> </a:t>
            </a:r>
            <a:r>
              <a:rPr lang="en-GB" dirty="0" err="1"/>
              <a:t>sanctus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</a:t>
            </a:r>
            <a:endParaRPr lang="en-DE" dirty="0"/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DE" dirty="0"/>
              <a:t>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At </a:t>
            </a:r>
            <a:r>
              <a:rPr lang="en-GB" dirty="0" err="1"/>
              <a:t>vero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et </a:t>
            </a:r>
            <a:r>
              <a:rPr lang="en-GB" dirty="0" err="1"/>
              <a:t>accusam</a:t>
            </a:r>
            <a:r>
              <a:rPr lang="en-GB" dirty="0"/>
              <a:t> et </a:t>
            </a:r>
            <a:r>
              <a:rPr lang="en-GB" dirty="0" err="1"/>
              <a:t>justo</a:t>
            </a:r>
            <a:r>
              <a:rPr lang="en-GB" dirty="0"/>
              <a:t> duo </a:t>
            </a:r>
            <a:r>
              <a:rPr lang="en-GB" dirty="0" err="1"/>
              <a:t>dolores</a:t>
            </a:r>
            <a:r>
              <a:rPr lang="en-GB" dirty="0"/>
              <a:t> et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rebum</a:t>
            </a:r>
            <a:r>
              <a:rPr lang="en-GB" dirty="0"/>
              <a:t>. Stet </a:t>
            </a:r>
            <a:r>
              <a:rPr lang="en-GB" dirty="0" err="1"/>
              <a:t>clita</a:t>
            </a:r>
            <a:r>
              <a:rPr lang="en-GB" dirty="0"/>
              <a:t> </a:t>
            </a:r>
            <a:r>
              <a:rPr lang="en-GB" dirty="0" err="1"/>
              <a:t>kasd</a:t>
            </a:r>
            <a:r>
              <a:rPr lang="en-GB" dirty="0"/>
              <a:t> </a:t>
            </a:r>
            <a:r>
              <a:rPr lang="en-GB" dirty="0" err="1"/>
              <a:t>gubergren</a:t>
            </a:r>
            <a:r>
              <a:rPr lang="en-GB" dirty="0"/>
              <a:t>, no sea </a:t>
            </a:r>
            <a:r>
              <a:rPr lang="en-GB" dirty="0" err="1"/>
              <a:t>takimata</a:t>
            </a:r>
            <a:r>
              <a:rPr lang="en-GB" dirty="0"/>
              <a:t> </a:t>
            </a:r>
            <a:r>
              <a:rPr lang="en-GB" dirty="0" err="1"/>
              <a:t>sanctus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At </a:t>
            </a:r>
            <a:r>
              <a:rPr lang="en-GB" dirty="0" err="1"/>
              <a:t>vero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et </a:t>
            </a:r>
            <a:r>
              <a:rPr lang="en-GB" dirty="0" err="1"/>
              <a:t>accusam</a:t>
            </a:r>
            <a:r>
              <a:rPr lang="en-GB" dirty="0"/>
              <a:t> et </a:t>
            </a:r>
            <a:r>
              <a:rPr lang="en-GB" dirty="0" err="1"/>
              <a:t>justo</a:t>
            </a:r>
            <a:r>
              <a:rPr lang="en-GB" dirty="0"/>
              <a:t> duo </a:t>
            </a:r>
            <a:r>
              <a:rPr lang="en-GB" dirty="0" err="1"/>
              <a:t>dolores</a:t>
            </a:r>
            <a:r>
              <a:rPr lang="en-GB" dirty="0"/>
              <a:t> et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rebum</a:t>
            </a:r>
            <a:r>
              <a:rPr lang="en-GB" dirty="0"/>
              <a:t>. Stet </a:t>
            </a:r>
            <a:r>
              <a:rPr lang="en-GB" dirty="0" err="1"/>
              <a:t>clita</a:t>
            </a:r>
            <a:r>
              <a:rPr lang="en-GB" dirty="0"/>
              <a:t> </a:t>
            </a:r>
            <a:r>
              <a:rPr lang="en-GB" dirty="0" err="1"/>
              <a:t>kasd</a:t>
            </a:r>
            <a:r>
              <a:rPr lang="en-GB" dirty="0"/>
              <a:t> </a:t>
            </a:r>
            <a:r>
              <a:rPr lang="en-GB" dirty="0" err="1"/>
              <a:t>gubergren</a:t>
            </a:r>
            <a:r>
              <a:rPr lang="en-GB" dirty="0"/>
              <a:t>, no sea </a:t>
            </a:r>
            <a:r>
              <a:rPr lang="en-GB" dirty="0" err="1"/>
              <a:t>takimata</a:t>
            </a:r>
            <a:r>
              <a:rPr lang="en-GB" dirty="0"/>
              <a:t> </a:t>
            </a:r>
            <a:r>
              <a:rPr lang="en-GB" dirty="0" err="1"/>
              <a:t>sanctus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</a:t>
            </a:r>
            <a:endParaRPr lang="en-DE" dirty="0"/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At </a:t>
            </a:r>
            <a:r>
              <a:rPr lang="en-GB" dirty="0" err="1"/>
              <a:t>vero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et </a:t>
            </a:r>
            <a:r>
              <a:rPr lang="en-GB" dirty="0" err="1"/>
              <a:t>accusam</a:t>
            </a:r>
            <a:r>
              <a:rPr lang="en-GB" dirty="0"/>
              <a:t> et </a:t>
            </a:r>
            <a:r>
              <a:rPr lang="en-GB" dirty="0" err="1"/>
              <a:t>justo</a:t>
            </a:r>
            <a:r>
              <a:rPr lang="en-GB" dirty="0"/>
              <a:t> duo </a:t>
            </a:r>
            <a:r>
              <a:rPr lang="en-GB" dirty="0" err="1"/>
              <a:t>dolores</a:t>
            </a:r>
            <a:r>
              <a:rPr lang="en-GB" dirty="0"/>
              <a:t> et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rebum</a:t>
            </a:r>
            <a:r>
              <a:rPr lang="en-GB" dirty="0"/>
              <a:t>. Stet </a:t>
            </a:r>
            <a:r>
              <a:rPr lang="en-GB" dirty="0" err="1"/>
              <a:t>clita</a:t>
            </a:r>
            <a:r>
              <a:rPr lang="en-GB" dirty="0"/>
              <a:t> </a:t>
            </a:r>
            <a:r>
              <a:rPr lang="en-GB" dirty="0" err="1"/>
              <a:t>kasd</a:t>
            </a:r>
            <a:r>
              <a:rPr lang="en-GB" dirty="0"/>
              <a:t> </a:t>
            </a:r>
            <a:r>
              <a:rPr lang="en-GB" dirty="0" err="1"/>
              <a:t>gubergren</a:t>
            </a:r>
            <a:r>
              <a:rPr lang="en-GB" dirty="0"/>
              <a:t>, no sea </a:t>
            </a:r>
            <a:r>
              <a:rPr lang="en-GB" dirty="0" err="1"/>
              <a:t>takimata</a:t>
            </a:r>
            <a:r>
              <a:rPr lang="en-GB" dirty="0"/>
              <a:t> </a:t>
            </a:r>
            <a:r>
              <a:rPr lang="en-GB" dirty="0" err="1"/>
              <a:t>sanctus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</a:t>
            </a:r>
            <a:endParaRPr lang="en-DE" dirty="0"/>
          </a:p>
        </p:txBody>
      </p:sp>
      <p:sp>
        <p:nvSpPr>
          <p:cNvPr id="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4843" y="1346740"/>
            <a:ext cx="5170517" cy="4536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000" b="1" i="0">
                <a:solidFill>
                  <a:schemeClr val="tx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DE" dirty="0"/>
              <a:t>Lorem ipsum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278296" y="278296"/>
            <a:ext cx="11685272" cy="315289"/>
            <a:chOff x="278296" y="278296"/>
            <a:chExt cx="11685272" cy="315289"/>
          </a:xfrm>
        </p:grpSpPr>
        <p:pic>
          <p:nvPicPr>
            <p:cNvPr id="4" name="Picture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1022540" y="399596"/>
              <a:ext cx="941028" cy="193989"/>
            </a:xfrm>
            <a:prstGeom prst="rect">
              <a:avLst/>
            </a:prstGeom>
          </p:spPr>
        </p:pic>
        <p:cxnSp>
          <p:nvCxnSpPr>
            <p:cNvPr id="5" name="Straight Connector 4"/>
            <p:cNvCxnSpPr/>
            <p:nvPr userDrawn="1"/>
          </p:nvCxnSpPr>
          <p:spPr>
            <a:xfrm>
              <a:off x="278296" y="278296"/>
              <a:ext cx="1168527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83974" y="3180798"/>
            <a:ext cx="3591543" cy="1561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Red Hat Text Medium" panose="02010303040201060303" pitchFamily="2" charset="0"/>
                <a:ea typeface="Red Hat Text Medium" panose="02010303040201060303" pitchFamily="2" charset="0"/>
                <a:cs typeface="Red Hat Text Medium" panose="02010303040201060303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</a:t>
            </a:r>
            <a:endParaRPr lang="en-DE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7346751" y="3180798"/>
            <a:ext cx="3591543" cy="1561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ed Hat Text Medium" panose="02010303040201060303" pitchFamily="2" charset="0"/>
                <a:ea typeface="Red Hat Text Medium" panose="02010303040201060303" pitchFamily="2" charset="0"/>
                <a:cs typeface="Red Hat Text Medium" panose="02010303040201060303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</a:t>
            </a:r>
            <a:endParaRPr lang="en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83974" y="1777042"/>
            <a:ext cx="3591543" cy="9385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DE" dirty="0"/>
              <a:t>Lorem</a:t>
            </a:r>
          </a:p>
          <a:p>
            <a:r>
              <a:rPr lang="en-DE" dirty="0"/>
              <a:t>Ipsum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7346950" y="1783258"/>
            <a:ext cx="3590925" cy="1082675"/>
          </a:xfrm>
          <a:prstGeom prst="rect">
            <a:avLst/>
          </a:prstGeom>
        </p:spPr>
        <p:txBody>
          <a:bodyPr/>
          <a:lstStyle>
            <a:lvl1pPr>
              <a:defRPr sz="3000" b="1" i="0"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</a:lstStyle>
          <a:p>
            <a:pPr lvl="0"/>
            <a:r>
              <a:rPr lang="en-GB" dirty="0"/>
              <a:t>Lorem</a:t>
            </a:r>
          </a:p>
          <a:p>
            <a:pPr lvl="0"/>
            <a:r>
              <a:rPr lang="en-GB" dirty="0"/>
              <a:t>Ipsum</a:t>
            </a:r>
            <a:endParaRPr lang="en-DE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6096000" y="278296"/>
            <a:ext cx="5867568" cy="315289"/>
            <a:chOff x="6096000" y="278296"/>
            <a:chExt cx="5867568" cy="315289"/>
          </a:xfrm>
        </p:grpSpPr>
        <p:pic>
          <p:nvPicPr>
            <p:cNvPr id="6" name="Picture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1022540" y="399596"/>
              <a:ext cx="941028" cy="193989"/>
            </a:xfrm>
            <a:prstGeom prst="rect">
              <a:avLst/>
            </a:prstGeom>
          </p:spPr>
        </p:pic>
        <p:cxnSp>
          <p:nvCxnSpPr>
            <p:cNvPr id="7" name="Straight Connector 6"/>
            <p:cNvCxnSpPr>
              <a:cxnSpLocks/>
            </p:cNvCxnSpPr>
            <p:nvPr userDrawn="1"/>
          </p:nvCxnSpPr>
          <p:spPr>
            <a:xfrm>
              <a:off x="6096000" y="278296"/>
              <a:ext cx="5867568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/>
          <p:nvPr userDrawn="1"/>
        </p:nvSpPr>
        <p:spPr>
          <a:xfrm>
            <a:off x="563153" y="335902"/>
            <a:ext cx="159793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DE" sz="16600" b="1" i="0">
                <a:solidFill>
                  <a:schemeClr val="bg1"/>
                </a:solidFill>
                <a:effectLst/>
                <a:latin typeface="Red Hat Display ExtraBold" panose="02010303040201060303" pitchFamily="2" charset="0"/>
                <a:ea typeface="Red Hat Display ExtraBold" panose="02010303040201060303" pitchFamily="2" charset="0"/>
                <a:cs typeface="Red Hat Display ExtraBold" panose="02010303040201060303" pitchFamily="2" charset="0"/>
              </a:rPr>
              <a:t>©</a:t>
            </a:r>
            <a:endParaRPr lang="en-DE" sz="16600" b="1" i="0" spc="600">
              <a:solidFill>
                <a:schemeClr val="bg1"/>
              </a:solidFill>
              <a:latin typeface="Red Hat Display ExtraBold" panose="02010303040201060303" pitchFamily="2" charset="0"/>
              <a:ea typeface="Red Hat Display ExtraBold" panose="02010303040201060303" pitchFamily="2" charset="0"/>
              <a:cs typeface="Red Hat Display ExtraBold" panose="02010303040201060303" pitchFamily="2" charset="0"/>
            </a:endParaRPr>
          </a:p>
        </p:txBody>
      </p:sp>
      <p:sp>
        <p:nvSpPr>
          <p:cNvPr id="3" name="Subtitle 2"/>
          <p:cNvSpPr>
            <a:spLocks/>
          </p:cNvSpPr>
          <p:nvPr userDrawn="1"/>
        </p:nvSpPr>
        <p:spPr>
          <a:xfrm>
            <a:off x="6690656" y="5909269"/>
            <a:ext cx="5170517" cy="645847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b="1" i="0" kern="1200">
                <a:gradFill>
                  <a:gsLst>
                    <a:gs pos="0">
                      <a:schemeClr val="accent2"/>
                    </a:gs>
                    <a:gs pos="40000">
                      <a:schemeClr val="accent1"/>
                    </a:gs>
                    <a:gs pos="100000">
                      <a:schemeClr val="accent3"/>
                    </a:gs>
                  </a:gsLst>
                  <a:lin ang="7200000" scaled="0"/>
                </a:gra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 spc="60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i="0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en-GB" sz="1800">
                <a:solidFill>
                  <a:schemeClr val="bg1"/>
                </a:solidFill>
                <a:effectLst/>
              </a:rPr>
              <a:t>This document is protected by copyright</a:t>
            </a:r>
            <a:br/>
            <a:r>
              <a:rPr lang="en-GB" sz="1800">
                <a:solidFill>
                  <a:schemeClr val="bg1"/>
                </a:solidFill>
                <a:effectLst/>
              </a:rPr>
              <a:t>of Whale TV and Non-Disclosure Agreement</a:t>
            </a:r>
            <a:endParaRPr lang="en-DE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slide_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140868" y="3239564"/>
            <a:ext cx="5910263" cy="3788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GB" dirty="0"/>
              <a:t>Thank you!</a:t>
            </a:r>
            <a:endParaRPr lang="en-D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slide_double-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6412" y="0"/>
            <a:ext cx="12105588" cy="6907306"/>
          </a:xfrm>
          <a:prstGeom prst="rect">
            <a:avLst/>
          </a:prstGeom>
        </p:spPr>
      </p:pic>
      <p:sp>
        <p:nvSpPr>
          <p:cNvPr id="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140868" y="3050129"/>
            <a:ext cx="5910263" cy="3788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 b="1" i="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GB" dirty="0"/>
              <a:t>Thank you!</a:t>
            </a:r>
            <a:endParaRPr lang="en-DE" dirty="0"/>
          </a:p>
        </p:txBody>
      </p:sp>
      <p:sp>
        <p:nvSpPr>
          <p:cNvPr id="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50631" y="3740179"/>
            <a:ext cx="5290736" cy="609399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buNone/>
              <a:defRPr sz="2400" b="1" i="0">
                <a:solidFill>
                  <a:schemeClr val="tx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DE" dirty="0"/>
              <a:t>Lorem Ipsum dolor sit amet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Grp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86412" y="0"/>
            <a:ext cx="12105587" cy="6907306"/>
          </a:xfrm>
          <a:prstGeom prst="rect">
            <a:avLst/>
          </a:prstGeom>
        </p:spPr>
      </p:pic>
      <p:pic>
        <p:nvPicPr>
          <p:cNvPr id="11" name="Graphic 10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2590800"/>
            <a:ext cx="4762500" cy="1676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pattern-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Grp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86412" y="0"/>
            <a:ext cx="12105587" cy="6907306"/>
          </a:xfrm>
          <a:prstGeom prst="rect">
            <a:avLst/>
          </a:prstGeom>
        </p:spPr>
      </p:pic>
      <p:pic>
        <p:nvPicPr>
          <p:cNvPr id="11" name="Graphic 10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850" y="952500"/>
            <a:ext cx="4762500" cy="1676400"/>
          </a:xfrm>
          <a:prstGeom prst="rect">
            <a:avLst/>
          </a:prstGeom>
        </p:spPr>
      </p:pic>
      <p:sp>
        <p:nvSpPr>
          <p:cNvPr id="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08575" y="5865542"/>
            <a:ext cx="8698949" cy="4715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3000" b="1" i="0">
                <a:solidFill>
                  <a:schemeClr val="bg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DE" dirty="0"/>
              <a:t>Lorem Ipsum dolor sit amet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ttle-inf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25483" y="1824473"/>
            <a:ext cx="5170517" cy="4536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DE" dirty="0"/>
              <a:t>Content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925513" y="2778245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925513" y="3433852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925513" y="4089460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925513" y="4745067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082072" y="2778245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082072" y="3433852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082072" y="4089460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082072" y="4745067"/>
            <a:ext cx="2707035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278296" y="278296"/>
            <a:ext cx="11685272" cy="315378"/>
            <a:chOff x="278296" y="278296"/>
            <a:chExt cx="11685272" cy="315378"/>
          </a:xfrm>
        </p:grpSpPr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11022540" y="399799"/>
              <a:ext cx="941028" cy="193875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 userDrawn="1"/>
          </p:nvCxnSpPr>
          <p:spPr>
            <a:xfrm>
              <a:off x="278296" y="278296"/>
              <a:ext cx="11685272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more-inf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7883" y="1976873"/>
            <a:ext cx="5170517" cy="4536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000" b="1" i="0">
                <a:solidFill>
                  <a:schemeClr val="bg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DE" dirty="0"/>
              <a:t>Content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077913" y="2930645"/>
            <a:ext cx="344487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1.</a:t>
            </a:r>
            <a:endParaRPr lang="en-DE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1585913" y="2930645"/>
            <a:ext cx="2199841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1587067" y="3543708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1.1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2095067" y="3543708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2095067" y="3959345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23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2095067" y="4374981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26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1587067" y="3957924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1.2</a:t>
            </a:r>
          </a:p>
        </p:txBody>
      </p:sp>
      <p:sp>
        <p:nvSpPr>
          <p:cNvPr id="28" name="Text Placehold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1587067" y="4372140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1.3</a:t>
            </a:r>
          </a:p>
        </p:txBody>
      </p:sp>
      <p:sp>
        <p:nvSpPr>
          <p:cNvPr id="30" name="Text Placehold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4481513" y="2930645"/>
            <a:ext cx="508000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2.</a:t>
            </a:r>
            <a:endParaRPr lang="en-DE" dirty="0"/>
          </a:p>
        </p:txBody>
      </p:sp>
      <p:sp>
        <p:nvSpPr>
          <p:cNvPr id="31" name="Text Placeholder 15"/>
          <p:cNvSpPr>
            <a:spLocks noGrp="1"/>
          </p:cNvSpPr>
          <p:nvPr>
            <p:ph type="body" sz="quarter" idx="21" hasCustomPrompt="1"/>
          </p:nvPr>
        </p:nvSpPr>
        <p:spPr>
          <a:xfrm>
            <a:off x="4989513" y="2930645"/>
            <a:ext cx="2199841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32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990667" y="3543708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2.1</a:t>
            </a:r>
          </a:p>
        </p:txBody>
      </p:sp>
      <p:sp>
        <p:nvSpPr>
          <p:cNvPr id="33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498667" y="3543708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34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5498667" y="3959345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35" name="Text Placeholder 15"/>
          <p:cNvSpPr>
            <a:spLocks noGrp="1"/>
          </p:cNvSpPr>
          <p:nvPr>
            <p:ph type="body" sz="quarter" idx="25" hasCustomPrompt="1"/>
          </p:nvPr>
        </p:nvSpPr>
        <p:spPr>
          <a:xfrm>
            <a:off x="5498667" y="4374981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36" name="Text Placeholder 15"/>
          <p:cNvSpPr>
            <a:spLocks noGrp="1"/>
          </p:cNvSpPr>
          <p:nvPr>
            <p:ph type="body" sz="quarter" idx="26" hasCustomPrompt="1"/>
          </p:nvPr>
        </p:nvSpPr>
        <p:spPr>
          <a:xfrm>
            <a:off x="4990667" y="3957924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2.2</a:t>
            </a:r>
          </a:p>
        </p:txBody>
      </p:sp>
      <p:sp>
        <p:nvSpPr>
          <p:cNvPr id="37" name="Text Placeholder 15"/>
          <p:cNvSpPr>
            <a:spLocks noGrp="1"/>
          </p:cNvSpPr>
          <p:nvPr>
            <p:ph type="body" sz="quarter" idx="27" hasCustomPrompt="1"/>
          </p:nvPr>
        </p:nvSpPr>
        <p:spPr>
          <a:xfrm>
            <a:off x="4990667" y="4372140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2.3</a:t>
            </a:r>
          </a:p>
        </p:txBody>
      </p:sp>
      <p:sp>
        <p:nvSpPr>
          <p:cNvPr id="39" name="Text Placeholder 15"/>
          <p:cNvSpPr>
            <a:spLocks noGrp="1"/>
          </p:cNvSpPr>
          <p:nvPr>
            <p:ph type="body" sz="quarter" idx="28" hasCustomPrompt="1"/>
          </p:nvPr>
        </p:nvSpPr>
        <p:spPr>
          <a:xfrm>
            <a:off x="7885113" y="2930645"/>
            <a:ext cx="508000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3.</a:t>
            </a:r>
            <a:endParaRPr lang="en-DE" dirty="0"/>
          </a:p>
        </p:txBody>
      </p:sp>
      <p:sp>
        <p:nvSpPr>
          <p:cNvPr id="40" name="Text Placeholder 15"/>
          <p:cNvSpPr>
            <a:spLocks noGrp="1"/>
          </p:cNvSpPr>
          <p:nvPr>
            <p:ph type="body" sz="quarter" idx="29" hasCustomPrompt="1"/>
          </p:nvPr>
        </p:nvSpPr>
        <p:spPr>
          <a:xfrm>
            <a:off x="8393113" y="2930645"/>
            <a:ext cx="2199841" cy="425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41" name="Text Placeholder 15"/>
          <p:cNvSpPr>
            <a:spLocks noGrp="1"/>
          </p:cNvSpPr>
          <p:nvPr>
            <p:ph type="body" sz="quarter" idx="30" hasCustomPrompt="1"/>
          </p:nvPr>
        </p:nvSpPr>
        <p:spPr>
          <a:xfrm>
            <a:off x="8394267" y="3543708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3.1</a:t>
            </a:r>
          </a:p>
        </p:txBody>
      </p:sp>
      <p:sp>
        <p:nvSpPr>
          <p:cNvPr id="42" name="Text Placeholder 15"/>
          <p:cNvSpPr>
            <a:spLocks noGrp="1"/>
          </p:cNvSpPr>
          <p:nvPr>
            <p:ph type="body" sz="quarter" idx="31" hasCustomPrompt="1"/>
          </p:nvPr>
        </p:nvSpPr>
        <p:spPr>
          <a:xfrm>
            <a:off x="8902267" y="3543708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43" name="Text Placeholder 15"/>
          <p:cNvSpPr>
            <a:spLocks noGrp="1"/>
          </p:cNvSpPr>
          <p:nvPr>
            <p:ph type="body" sz="quarter" idx="32" hasCustomPrompt="1"/>
          </p:nvPr>
        </p:nvSpPr>
        <p:spPr>
          <a:xfrm>
            <a:off x="8902267" y="3959345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44" name="Text Placeholder 15"/>
          <p:cNvSpPr>
            <a:spLocks noGrp="1"/>
          </p:cNvSpPr>
          <p:nvPr>
            <p:ph type="body" sz="quarter" idx="33" hasCustomPrompt="1"/>
          </p:nvPr>
        </p:nvSpPr>
        <p:spPr>
          <a:xfrm>
            <a:off x="8902267" y="4374981"/>
            <a:ext cx="1690687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Lorem Ipsum</a:t>
            </a:r>
            <a:endParaRPr lang="en-DE" dirty="0"/>
          </a:p>
        </p:txBody>
      </p:sp>
      <p:sp>
        <p:nvSpPr>
          <p:cNvPr id="45" name="Text Placeholder 15"/>
          <p:cNvSpPr>
            <a:spLocks noGrp="1"/>
          </p:cNvSpPr>
          <p:nvPr>
            <p:ph type="body" sz="quarter" idx="34" hasCustomPrompt="1"/>
          </p:nvPr>
        </p:nvSpPr>
        <p:spPr>
          <a:xfrm>
            <a:off x="8394267" y="3957924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3.2</a:t>
            </a:r>
          </a:p>
        </p:txBody>
      </p:sp>
      <p:sp>
        <p:nvSpPr>
          <p:cNvPr id="46" name="Text Placeholder 15"/>
          <p:cNvSpPr>
            <a:spLocks noGrp="1"/>
          </p:cNvSpPr>
          <p:nvPr>
            <p:ph type="body" sz="quarter" idx="35" hasCustomPrompt="1"/>
          </p:nvPr>
        </p:nvSpPr>
        <p:spPr>
          <a:xfrm>
            <a:off x="8394267" y="4372140"/>
            <a:ext cx="508000" cy="312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 dirty="0"/>
              <a:t>3.3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278296" y="278296"/>
            <a:ext cx="11685272" cy="315378"/>
            <a:chOff x="278296" y="278296"/>
            <a:chExt cx="11685272" cy="315378"/>
          </a:xfrm>
        </p:grpSpPr>
        <p:pic>
          <p:nvPicPr>
            <p:cNvPr id="3" name="Picture 2"/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11022540" y="399799"/>
              <a:ext cx="941028" cy="193875"/>
            </a:xfrm>
            <a:prstGeom prst="rect">
              <a:avLst/>
            </a:prstGeom>
          </p:spPr>
        </p:pic>
        <p:cxnSp>
          <p:nvCxnSpPr>
            <p:cNvPr id="4" name="Straight Connector 3"/>
            <p:cNvCxnSpPr/>
            <p:nvPr userDrawn="1"/>
          </p:nvCxnSpPr>
          <p:spPr>
            <a:xfrm>
              <a:off x="278296" y="278296"/>
              <a:ext cx="11685272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/>
          <p:nvPr userDrawn="1"/>
        </p:nvSpPr>
        <p:spPr>
          <a:xfrm>
            <a:off x="563153" y="335902"/>
            <a:ext cx="159793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DE" sz="16600" b="1" i="0">
                <a:solidFill>
                  <a:schemeClr val="accent1"/>
                </a:solidFill>
                <a:effectLst/>
                <a:latin typeface="Red Hat Display ExtraBold" panose="02010303040201060303" pitchFamily="2" charset="0"/>
                <a:ea typeface="Red Hat Display ExtraBold" panose="02010303040201060303" pitchFamily="2" charset="0"/>
                <a:cs typeface="Red Hat Display ExtraBold" panose="02010303040201060303" pitchFamily="2" charset="0"/>
              </a:rPr>
              <a:t>©</a:t>
            </a:r>
            <a:endParaRPr lang="en-DE" sz="16600" b="1" i="0" spc="600">
              <a:solidFill>
                <a:schemeClr val="accent1"/>
              </a:solidFill>
              <a:latin typeface="Red Hat Display ExtraBold" panose="02010303040201060303" pitchFamily="2" charset="0"/>
              <a:ea typeface="Red Hat Display ExtraBold" panose="02010303040201060303" pitchFamily="2" charset="0"/>
              <a:cs typeface="Red Hat Display ExtraBold" panose="02010303040201060303" pitchFamily="2" charset="0"/>
            </a:endParaRPr>
          </a:p>
        </p:txBody>
      </p:sp>
      <p:sp>
        <p:nvSpPr>
          <p:cNvPr id="3" name="Subtitle 2"/>
          <p:cNvSpPr>
            <a:spLocks/>
          </p:cNvSpPr>
          <p:nvPr userDrawn="1"/>
        </p:nvSpPr>
        <p:spPr>
          <a:xfrm>
            <a:off x="6690656" y="5909269"/>
            <a:ext cx="5170517" cy="645847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b="1" i="0" kern="1200">
                <a:gradFill>
                  <a:gsLst>
                    <a:gs pos="0">
                      <a:schemeClr val="accent2"/>
                    </a:gs>
                    <a:gs pos="40000">
                      <a:schemeClr val="accent1"/>
                    </a:gs>
                    <a:gs pos="100000">
                      <a:schemeClr val="accent3"/>
                    </a:gs>
                  </a:gsLst>
                  <a:lin ang="7200000" scaled="0"/>
                </a:gra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 spc="600">
                <a:solidFill>
                  <a:schemeClr val="tx1"/>
                </a:solidFill>
                <a:latin typeface="Red Hat Display Medium" panose="02010303040201060303" pitchFamily="2" charset="0"/>
                <a:ea typeface="Red Hat Display Medium" panose="02010303040201060303" pitchFamily="2" charset="0"/>
                <a:cs typeface="Red Hat Display Medium" panose="02010303040201060303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1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 i="0" kern="1200">
                <a:solidFill>
                  <a:schemeClr val="tx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en-GB" sz="1800">
                <a:solidFill>
                  <a:schemeClr val="bg1"/>
                </a:solidFill>
                <a:effectLst/>
              </a:rPr>
              <a:t>This document is protected by copyright</a:t>
            </a:r>
            <a:br/>
            <a:r>
              <a:rPr lang="en-GB" sz="1800">
                <a:solidFill>
                  <a:schemeClr val="bg1"/>
                </a:solidFill>
                <a:effectLst/>
              </a:rPr>
              <a:t>of Whale TV and Non-Disclosure Agreement</a:t>
            </a:r>
            <a:endParaRPr lang="en-DE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slide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140868" y="3239564"/>
            <a:ext cx="5910263" cy="3788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GB" dirty="0"/>
              <a:t>Thank you!</a:t>
            </a:r>
            <a:endParaRPr lang="en-D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slide_double-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86412" y="0"/>
            <a:ext cx="12105587" cy="6907306"/>
          </a:xfrm>
          <a:prstGeom prst="rect">
            <a:avLst/>
          </a:prstGeom>
        </p:spPr>
      </p:pic>
      <p:sp>
        <p:nvSpPr>
          <p:cNvPr id="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140868" y="3050129"/>
            <a:ext cx="5910263" cy="3788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Red Hat Display Black" panose="02010303040201060303" pitchFamily="2" charset="0"/>
                <a:ea typeface="Red Hat Display Black" panose="02010303040201060303" pitchFamily="2" charset="0"/>
                <a:cs typeface="Red Hat Display Black" panose="02010303040201060303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GB" dirty="0"/>
              <a:t>Thank you!</a:t>
            </a:r>
            <a:endParaRPr lang="en-DE" dirty="0"/>
          </a:p>
        </p:txBody>
      </p:sp>
      <p:sp>
        <p:nvSpPr>
          <p:cNvPr id="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50631" y="3740179"/>
            <a:ext cx="5290736" cy="609399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Red Hat Display SemiBold" panose="02010303040201060303" pitchFamily="2" charset="0"/>
                <a:ea typeface="Red Hat Display SemiBold" panose="02010303040201060303" pitchFamily="2" charset="0"/>
                <a:cs typeface="Red Hat Display SemiBold" panose="020103030402010603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DE" dirty="0"/>
              <a:t>Lorem Ipsum dolor sit amet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6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3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/>
        <a:buNone/>
        <a:defRPr sz="4000" b="1" i="0" kern="1200" spc="0">
          <a:solidFill>
            <a:schemeClr val="tx1"/>
          </a:solidFill>
          <a:latin typeface="Red Hat Display Black" panose="02010303040201060303" pitchFamily="2" charset="0"/>
          <a:ea typeface="Red Hat Display Black" panose="02010303040201060303" pitchFamily="2" charset="0"/>
          <a:cs typeface="Red Hat Display Black" panose="02010303040201060303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3500" b="1" i="0" kern="1200">
          <a:solidFill>
            <a:schemeClr val="tx1"/>
          </a:solidFill>
          <a:latin typeface="Red Hat Display Black" panose="02010303040201060303" pitchFamily="2" charset="0"/>
          <a:ea typeface="Red Hat Display Black" panose="02010303040201060303" pitchFamily="2" charset="0"/>
          <a:cs typeface="Red Hat Display Black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3000" b="1" i="0" kern="1200" spc="0">
          <a:solidFill>
            <a:schemeClr val="tx1"/>
          </a:solidFill>
          <a:latin typeface="Red Hat Display Black" panose="02010303040201060303" pitchFamily="2" charset="0"/>
          <a:ea typeface="Red Hat Display Black" panose="02010303040201060303" pitchFamily="2" charset="0"/>
          <a:cs typeface="Red Hat Display Black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3000" b="0" i="0" kern="1200">
          <a:solidFill>
            <a:schemeClr val="tx1"/>
          </a:solidFill>
          <a:latin typeface="Red Hat Display Medium" panose="02010303040201060303" pitchFamily="2" charset="0"/>
          <a:ea typeface="Red Hat Display Medium" panose="02010303040201060303" pitchFamily="2" charset="0"/>
          <a:cs typeface="Red Hat Display Medium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Red Hat Display Medium" panose="02010303040201060303" pitchFamily="2" charset="0"/>
          <a:ea typeface="Red Hat Display Medium" panose="02010303040201060303" pitchFamily="2" charset="0"/>
          <a:cs typeface="Red Hat Display Medium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1" i="0" kern="1200">
          <a:solidFill>
            <a:schemeClr val="tx1"/>
          </a:solidFill>
          <a:latin typeface="Red Hat Display Black" panose="02010303040201060303" pitchFamily="2" charset="0"/>
          <a:ea typeface="Red Hat Display Black" panose="02010303040201060303" pitchFamily="2" charset="0"/>
          <a:cs typeface="Red Hat Display Black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6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3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/>
        <a:buNone/>
        <a:defRPr sz="4000" b="1" i="0" kern="1200" spc="0">
          <a:solidFill>
            <a:schemeClr val="bg1"/>
          </a:solidFill>
          <a:latin typeface="Red Hat Display Black" panose="02010303040201060303" pitchFamily="2" charset="0"/>
          <a:ea typeface="Red Hat Display Black" panose="02010303040201060303" pitchFamily="2" charset="0"/>
          <a:cs typeface="Red Hat Display Black" panose="02010303040201060303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3500" b="1" i="0" kern="1200">
          <a:solidFill>
            <a:schemeClr val="tx1"/>
          </a:solidFill>
          <a:latin typeface="Red Hat Display Black" panose="02010303040201060303" pitchFamily="2" charset="0"/>
          <a:ea typeface="Red Hat Display Black" panose="02010303040201060303" pitchFamily="2" charset="0"/>
          <a:cs typeface="Red Hat Display Black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3000" b="1" i="0" kern="1200" spc="0">
          <a:solidFill>
            <a:schemeClr val="tx1"/>
          </a:solidFill>
          <a:latin typeface="Red Hat Display Black" panose="02010303040201060303" pitchFamily="2" charset="0"/>
          <a:ea typeface="Red Hat Display Black" panose="02010303040201060303" pitchFamily="2" charset="0"/>
          <a:cs typeface="Red Hat Display Black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3000" b="0" i="0" kern="1200">
          <a:solidFill>
            <a:schemeClr val="tx1"/>
          </a:solidFill>
          <a:latin typeface="Red Hat Display Medium" panose="02010303040201060303" pitchFamily="2" charset="0"/>
          <a:ea typeface="Red Hat Display Medium" panose="02010303040201060303" pitchFamily="2" charset="0"/>
          <a:cs typeface="Red Hat Display Medium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Red Hat Display Medium" panose="02010303040201060303" pitchFamily="2" charset="0"/>
          <a:ea typeface="Red Hat Display Medium" panose="02010303040201060303" pitchFamily="2" charset="0"/>
          <a:cs typeface="Red Hat Display Medium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1" i="0" kern="1200">
          <a:solidFill>
            <a:schemeClr val="tx1"/>
          </a:solidFill>
          <a:latin typeface="Red Hat Display Black" panose="02010303040201060303" pitchFamily="2" charset="0"/>
          <a:ea typeface="Red Hat Display Black" panose="02010303040201060303" pitchFamily="2" charset="0"/>
          <a:cs typeface="Red Hat Display Black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Red Hat Text Medium" panose="02010303040201060303" pitchFamily="2" charset="0"/>
          <a:ea typeface="Red Hat Text Medium" panose="02010303040201060303" pitchFamily="2" charset="0"/>
          <a:cs typeface="Red Hat Text Medium" panose="02010303040201060303" pitchFamily="2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ver Title"/>
          <p:cNvSpPr txBox="1"/>
          <p:nvPr/>
        </p:nvSpPr>
        <p:spPr>
          <a:xfrm>
            <a:off x="859999" y="1700000"/>
            <a:ext cx="7121026" cy="13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CN" sz="2600" b="1" dirty="0">
                <a:solidFill>
                  <a:schemeClr val="bg1"/>
                </a:solidFill>
              </a:rPr>
              <a:t>AI Voice
测试全流程体系建设倡议</a:t>
            </a:r>
            <a:endParaRPr lang="en-US" altLang="zh-CN" sz="2600" b="1" dirty="0">
              <a:solidFill>
                <a:schemeClr val="bg1"/>
              </a:solidFill>
            </a:endParaRPr>
          </a:p>
          <a:p>
            <a:r>
              <a:rPr lang="en-US" altLang="zh-CN" sz="2600" dirty="0">
                <a:solidFill>
                  <a:schemeClr val="bg1"/>
                </a:solidFill>
              </a:rPr>
              <a:t>Initiative for the Construction of a Comprehensive Testing Process System</a:t>
            </a:r>
            <a:endParaRPr lang="zh-CN" sz="2600" dirty="0">
              <a:solidFill>
                <a:schemeClr val="bg1"/>
              </a:solidFill>
            </a:endParaRPr>
          </a:p>
        </p:txBody>
      </p:sp>
      <p:sp>
        <p:nvSpPr>
          <p:cNvPr id="21" name="Cover Subtitle"/>
          <p:cNvSpPr txBox="1"/>
          <p:nvPr/>
        </p:nvSpPr>
        <p:spPr>
          <a:xfrm>
            <a:off x="960000" y="3621941"/>
            <a:ext cx="4700000" cy="9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CN" sz="1400" i="1" dirty="0">
                <a:solidFill>
                  <a:schemeClr val="bg1"/>
                </a:solidFill>
              </a:rPr>
              <a:t>从经验驱动走向标准化、数据化、协同化的质量管理体系</a:t>
            </a:r>
            <a:endParaRPr lang="en-US" altLang="zh-CN" sz="1400" i="1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Moving from experience driven to standardized, data-driven, and collaborative quality management systems</a:t>
            </a:r>
            <a:endParaRPr lang="zh-CN" sz="1400" dirty="0">
              <a:solidFill>
                <a:schemeClr val="bg1"/>
              </a:solidFill>
            </a:endParaRPr>
          </a:p>
        </p:txBody>
      </p:sp>
      <p:sp>
        <p:nvSpPr>
          <p:cNvPr id="22" name="Cover Footer"/>
          <p:cNvSpPr txBox="1"/>
          <p:nvPr/>
        </p:nvSpPr>
        <p:spPr>
          <a:xfrm>
            <a:off x="1210000" y="4893882"/>
            <a:ext cx="42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CN" sz="1200" dirty="0">
                <a:solidFill>
                  <a:schemeClr val="bg1"/>
                </a:solidFill>
              </a:rPr>
              <a:t>系统倡议汇报</a:t>
            </a:r>
            <a:endParaRPr lang="en-US" altLang="zh-CN" sz="1200" dirty="0">
              <a:solidFill>
                <a:schemeClr val="bg1"/>
              </a:solidFill>
            </a:endParaRPr>
          </a:p>
          <a:p>
            <a:r>
              <a:rPr lang="en-US" altLang="zh-CN" sz="1200" dirty="0">
                <a:solidFill>
                  <a:schemeClr val="bg1"/>
                </a:solidFill>
              </a:rPr>
              <a:t>System Initiative Report</a:t>
            </a:r>
            <a:endParaRPr lang="zh-C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925483" y="1754801"/>
            <a:ext cx="5170517" cy="8060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为什么要发起这项系统倡议</a:t>
            </a:r>
            <a:endParaRPr lang="en-US" altLang="zh-CN" dirty="0"/>
          </a:p>
          <a:p>
            <a:pPr lvl="0"/>
            <a:r>
              <a:rPr lang="en-US" altLang="zh-CN" sz="1800" dirty="0"/>
              <a:t>Why initiate this system initiative</a:t>
            </a:r>
            <a:endParaRPr lang="zh-CN" sz="1800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925513" y="2778244"/>
            <a:ext cx="2707035" cy="16544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版本频率提升后，测试范围判断越来越依赖个人经验。</a:t>
            </a:r>
            <a:endParaRPr lang="en-US" altLang="zh-CN" dirty="0"/>
          </a:p>
          <a:p>
            <a:pPr lvl="0"/>
            <a:r>
              <a:rPr lang="en-US" altLang="zh-CN" sz="1200" dirty="0"/>
              <a:t>After the increase in version frequency, the judgment of testing scope increasingly relies on personal experience.</a:t>
            </a:r>
            <a:endParaRPr lang="zh-CN" sz="1200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925483" y="4432663"/>
            <a:ext cx="2707035" cy="16544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冒烟、语音回归、系统回归缺少统一标准，容易遗漏。</a:t>
            </a:r>
            <a:endParaRPr lang="en-US" altLang="zh-CN" dirty="0"/>
          </a:p>
          <a:p>
            <a:pPr lvl="0"/>
            <a:r>
              <a:rPr lang="en-US" altLang="zh-CN" sz="1200" dirty="0"/>
              <a:t>Smoke, voice regression, and system regression lack unified standards and are prone to omission.</a:t>
            </a:r>
            <a:endParaRPr lang="zh-CN" sz="1200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57295" y="2778243"/>
            <a:ext cx="2707035" cy="12973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客户问题记录分散，复现、归因和追踪效率不高。</a:t>
            </a:r>
            <a:endParaRPr lang="en-US" altLang="zh-CN" dirty="0"/>
          </a:p>
          <a:p>
            <a:pPr lvl="0"/>
            <a:r>
              <a:rPr lang="en-US" altLang="zh-CN" sz="1200" dirty="0"/>
              <a:t>Customer problem records are scattered, and the efficiency of reproduction, attribution, and tracking is not high.</a:t>
            </a:r>
            <a:endParaRPr lang="zh-CN" sz="1200" dirty="0"/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57265" y="4075610"/>
            <a:ext cx="2707035" cy="8060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测试结果沉淀不足，管理层难以快速判断风险。</a:t>
            </a:r>
            <a:endParaRPr lang="en-US" altLang="zh-CN" dirty="0"/>
          </a:p>
          <a:p>
            <a:pPr lvl="0"/>
            <a:r>
              <a:rPr lang="en-US" altLang="zh-CN" sz="1200" dirty="0"/>
              <a:t>Insufficient sedimentation of test results makes it difficult for management to quickly assess risks.</a:t>
            </a:r>
            <a:endParaRPr lang="zh-CN" sz="1200" dirty="0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57264" y="5372977"/>
            <a:ext cx="2707035" cy="204154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这项倡议的本质：把分散工作沉淀成可复用、可追踪的系统。</a:t>
            </a:r>
            <a:endParaRPr lang="en-US" altLang="zh-CN" dirty="0"/>
          </a:p>
          <a:p>
            <a:pPr lvl="0"/>
            <a:r>
              <a:rPr lang="en-US" altLang="zh-CN" sz="1200" dirty="0"/>
              <a:t>The essence of this initiative is to precipitate dispersed work into a reusable and traceable system.</a:t>
            </a:r>
            <a:endParaRPr lang="zh-CN" sz="1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5F3053-EEB2-8AE7-39BD-BB73DE916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569" y="2317148"/>
            <a:ext cx="4956215" cy="25766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925483" y="1754801"/>
            <a:ext cx="5170517" cy="9487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这个系统倡议的意义是什么</a:t>
            </a:r>
            <a:endParaRPr lang="en-US" altLang="zh-CN" dirty="0"/>
          </a:p>
          <a:p>
            <a:pPr lvl="0"/>
            <a:r>
              <a:rPr lang="en-US" altLang="zh-CN" sz="1800" dirty="0"/>
              <a:t>What is the significance of this system initiative</a:t>
            </a:r>
            <a:endParaRPr lang="zh-CN" sz="1800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925513" y="2778244"/>
            <a:ext cx="2707035" cy="10274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让测试从“人盯人”变成“流程驱动”。</a:t>
            </a:r>
            <a:endParaRPr lang="en-US" altLang="zh-CN" dirty="0"/>
          </a:p>
          <a:p>
            <a:pPr lvl="0"/>
            <a:r>
              <a:rPr lang="en-US" altLang="zh-CN" sz="1200" dirty="0"/>
              <a:t>Transforming testing from 'person to person' to 'process driven'.</a:t>
            </a:r>
            <a:endParaRPr lang="zh-CN" sz="1200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925513" y="3941748"/>
            <a:ext cx="2707035" cy="10274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让测试从“感觉判断”变成“数据判断”。</a:t>
            </a:r>
            <a:endParaRPr lang="en-US" altLang="zh-CN" dirty="0"/>
          </a:p>
          <a:p>
            <a:pPr lvl="0"/>
            <a:r>
              <a:rPr lang="en-US" altLang="zh-CN" sz="1200" dirty="0"/>
              <a:t>Transform testing from "sensory judgment" to "data judgment".</a:t>
            </a:r>
            <a:endParaRPr lang="zh-CN" sz="1200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925513" y="5105251"/>
            <a:ext cx="2707035" cy="12258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让问题处理从“被动救火”变成“可追踪闭环”。</a:t>
            </a:r>
            <a:endParaRPr lang="en-US" altLang="zh-CN" dirty="0"/>
          </a:p>
          <a:p>
            <a:pPr lvl="0"/>
            <a:r>
              <a:rPr lang="en-US" altLang="zh-CN" sz="1200" dirty="0"/>
              <a:t>Transforming problem handling from 'passive firefighting' to 'traceable closed-loop'.</a:t>
            </a:r>
            <a:endParaRPr lang="zh-CN" sz="1200" dirty="0"/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112850" y="2778244"/>
            <a:ext cx="2707035" cy="11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让团队经验从“个人能力”变成“组织资产”。</a:t>
            </a:r>
            <a:endParaRPr lang="en-US" altLang="zh-CN" dirty="0"/>
          </a:p>
          <a:p>
            <a:pPr lvl="0"/>
            <a:r>
              <a:rPr lang="en-US" altLang="zh-CN" sz="1200" dirty="0"/>
              <a:t>Transforming team experience from 'individual abilities' to' organizational assets'.</a:t>
            </a:r>
            <a:endParaRPr lang="zh-CN" sz="1200" dirty="0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112849" y="4016464"/>
            <a:ext cx="2707035" cy="12258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最终形成可持续优化的 AI Voice 质量保障体系。</a:t>
            </a:r>
            <a:endParaRPr lang="en-US" altLang="zh-CN" dirty="0"/>
          </a:p>
          <a:p>
            <a:pPr lvl="0"/>
            <a:r>
              <a:rPr lang="en-US" altLang="zh-CN" sz="1200" dirty="0"/>
              <a:t>Ultimately, a sustainable and optimized AI Voice quality assurance system will be formed.</a:t>
            </a:r>
            <a:endParaRPr lang="zh-CN" sz="1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D72AEB-6AA7-04C3-50CD-DEDD2450A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885" y="1965157"/>
            <a:ext cx="5104260" cy="26535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925483" y="1754801"/>
            <a:ext cx="5170517" cy="8490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目标是什么</a:t>
            </a:r>
            <a:endParaRPr lang="en-US" altLang="zh-CN" dirty="0"/>
          </a:p>
          <a:p>
            <a:pPr lvl="0"/>
            <a:r>
              <a:rPr lang="en-US" altLang="zh-CN" sz="1800" dirty="0"/>
              <a:t>What is the goal</a:t>
            </a:r>
            <a:endParaRPr lang="zh-CN" sz="1800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925513" y="2778244"/>
            <a:ext cx="2707035" cy="11631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统一测试流程：版本接收、评估、回归、结论、归档。</a:t>
            </a:r>
            <a:endParaRPr lang="en-US" altLang="zh-CN" dirty="0"/>
          </a:p>
          <a:p>
            <a:pPr lvl="0"/>
            <a:r>
              <a:rPr lang="en-US" altLang="zh-CN" sz="1200" dirty="0"/>
              <a:t>Unified testing process: version reception, evaluation, regression, conclusion, and archiving.</a:t>
            </a:r>
            <a:endParaRPr lang="zh-CN" sz="1200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925513" y="3941413"/>
            <a:ext cx="2707035" cy="14666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统一记录标准：版本记录、Release Note、客户问题统一纳管。</a:t>
            </a:r>
            <a:endParaRPr lang="en-US" altLang="zh-CN" dirty="0"/>
          </a:p>
          <a:p>
            <a:pPr lvl="0"/>
            <a:r>
              <a:rPr lang="en-US" altLang="zh-CN" sz="1200" dirty="0"/>
              <a:t>Unified record standards: version records Release Note</a:t>
            </a:r>
            <a:r>
              <a:rPr lang="zh-CN" altLang="en-US" sz="1200" dirty="0"/>
              <a:t>、 </a:t>
            </a:r>
            <a:r>
              <a:rPr lang="en-US" altLang="zh-CN" sz="1200" dirty="0"/>
              <a:t>Unified management of customer issues.</a:t>
            </a:r>
            <a:endParaRPr lang="zh-CN" sz="1200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925513" y="5413162"/>
            <a:ext cx="2707035" cy="115803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提升测试效率：减少重复劳动和漏测风险。</a:t>
            </a:r>
            <a:endParaRPr lang="en-US" altLang="zh-CN" dirty="0"/>
          </a:p>
          <a:p>
            <a:pPr lvl="0"/>
            <a:r>
              <a:rPr lang="en-US" altLang="zh-CN" sz="1200" dirty="0"/>
              <a:t>Improve testing efficiency: reduce the risk of repetitive labor and missed testing.</a:t>
            </a:r>
            <a:endParaRPr lang="zh-CN" sz="1200" dirty="0"/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90781" y="2778244"/>
            <a:ext cx="2707035" cy="14666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提升决策效率：让测试、研发、管理层共享同一视图。</a:t>
            </a:r>
            <a:endParaRPr lang="en-US" altLang="zh-CN" dirty="0"/>
          </a:p>
          <a:p>
            <a:pPr lvl="0"/>
            <a:r>
              <a:rPr lang="en-US" altLang="zh-CN" sz="1200" dirty="0"/>
              <a:t>Improve decision-making efficiency: Let testing, research and development, and management share the same view.</a:t>
            </a:r>
            <a:endParaRPr lang="zh-CN" sz="1200" dirty="0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090781" y="4305300"/>
            <a:ext cx="2707035" cy="10890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沉淀长期资产：每次测试和每个问题都可复用。</a:t>
            </a:r>
            <a:endParaRPr lang="en-US" altLang="zh-CN" dirty="0"/>
          </a:p>
          <a:p>
            <a:pPr lvl="0"/>
            <a:r>
              <a:rPr lang="en-US" altLang="zh-CN" sz="1200" dirty="0"/>
              <a:t>Accumulate long-term assets: reusable for every test and every issue.</a:t>
            </a:r>
            <a:endParaRPr lang="zh-CN" sz="1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364651-A5B5-6E3A-31E8-D34B0BE85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049" y="1042231"/>
            <a:ext cx="4749835" cy="246931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B056AC-1D5C-D159-C97F-AF2D7337D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049" y="4101874"/>
            <a:ext cx="4749835" cy="24693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925483" y="1754801"/>
            <a:ext cx="5170517" cy="8577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对我们有什么好处</a:t>
            </a:r>
            <a:endParaRPr lang="en-US" altLang="zh-CN" dirty="0"/>
          </a:p>
          <a:p>
            <a:pPr lvl="0"/>
            <a:r>
              <a:rPr lang="en-US" altLang="zh-CN" sz="1800" dirty="0"/>
              <a:t>What benefits does it bring to us</a:t>
            </a:r>
            <a:endParaRPr lang="zh-CN" sz="1800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925513" y="2778245"/>
            <a:ext cx="2707035" cy="12102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对测试：流程更清晰，范围更聚焦，结果更可追溯。</a:t>
            </a:r>
            <a:endParaRPr lang="en-US" altLang="zh-CN" dirty="0"/>
          </a:p>
          <a:p>
            <a:pPr lvl="0"/>
            <a:r>
              <a:rPr lang="en-US" altLang="zh-CN" sz="1200" dirty="0"/>
              <a:t>For testing: clearer process, more focused scope, and more traceable results.</a:t>
            </a:r>
            <a:endParaRPr lang="zh-CN" sz="1200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925513" y="3988525"/>
            <a:ext cx="2707035" cy="142820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对研发：更快定位版本、模块和问题场景，沟通成本更低。</a:t>
            </a:r>
            <a:endParaRPr lang="en-US" altLang="zh-CN" dirty="0"/>
          </a:p>
          <a:p>
            <a:pPr lvl="0"/>
            <a:r>
              <a:rPr lang="en-US" altLang="zh-CN" sz="1200" dirty="0"/>
              <a:t>For R&amp;D: Faster positioning of versions, modules, and problem scenarios, with lower communication costs.</a:t>
            </a:r>
            <a:endParaRPr lang="zh-CN" sz="1200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925513" y="5491539"/>
            <a:ext cx="2707035" cy="12663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对管理：直接看到通过率、高风险版本和未解决问题。</a:t>
            </a:r>
            <a:endParaRPr lang="en-US" altLang="zh-CN" dirty="0"/>
          </a:p>
          <a:p>
            <a:pPr lvl="0"/>
            <a:r>
              <a:rPr lang="en-US" altLang="zh-CN" sz="1200" dirty="0"/>
              <a:t>For management: directly see the pass rate, high-risk versions, and unresolved issues.</a:t>
            </a:r>
            <a:endParaRPr lang="zh-CN" sz="1200" dirty="0"/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143032" y="2693049"/>
            <a:ext cx="2707035" cy="1210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对团队：新人更容易上手，经验不再依赖个别人。</a:t>
            </a:r>
            <a:endParaRPr lang="en-US" altLang="zh-CN" dirty="0"/>
          </a:p>
          <a:p>
            <a:pPr lvl="0"/>
            <a:r>
              <a:rPr lang="en-US" altLang="zh-CN" sz="1200" dirty="0"/>
              <a:t>For the team: Newcomers are easier to get started with, and experience no longer depends on individuals.</a:t>
            </a:r>
            <a:endParaRPr lang="zh-CN" sz="1200" dirty="0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143032" y="4001566"/>
            <a:ext cx="2707035" cy="1210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dirty="0"/>
              <a:t>对组织：逐步形成可复制、可扩展的质量运营能力。</a:t>
            </a:r>
            <a:endParaRPr lang="en-US" altLang="zh-CN" dirty="0"/>
          </a:p>
          <a:p>
            <a:pPr lvl="0"/>
            <a:r>
              <a:rPr lang="en-US" altLang="zh-CN" sz="1200" dirty="0"/>
              <a:t>For organizations: gradually develop replicable and scalable quality operation capabilities.</a:t>
            </a:r>
            <a:endParaRPr lang="zh-CN" sz="1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C8675D-4D9C-A0C7-DD91-E6CDAE22F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241" y="936127"/>
            <a:ext cx="4799461" cy="24951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FED9E8F-8403-C1B8-51D5-1C5302E5B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242" y="3988525"/>
            <a:ext cx="4799460" cy="24951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nd Title"/>
          <p:cNvSpPr txBox="1"/>
          <p:nvPr/>
        </p:nvSpPr>
        <p:spPr>
          <a:xfrm>
            <a:off x="3000000" y="2860000"/>
            <a:ext cx="6200000" cy="12243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sz="3400" b="1" dirty="0">
                <a:solidFill>
                  <a:schemeClr val="bg1"/>
                </a:solidFill>
              </a:rPr>
              <a:t>谢谢</a:t>
            </a:r>
            <a:endParaRPr lang="en-US" altLang="zh-CN" sz="34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3400" dirty="0">
                <a:solidFill>
                  <a:schemeClr val="bg1"/>
                </a:solidFill>
              </a:rPr>
              <a:t>Thank you</a:t>
            </a:r>
            <a:endParaRPr lang="zh-CN" sz="3400" dirty="0">
              <a:solidFill>
                <a:schemeClr val="bg1"/>
              </a:solidFill>
            </a:endParaRPr>
          </a:p>
        </p:txBody>
      </p:sp>
      <p:sp>
        <p:nvSpPr>
          <p:cNvPr id="31" name="End Subtitle"/>
          <p:cNvSpPr txBox="1"/>
          <p:nvPr/>
        </p:nvSpPr>
        <p:spPr>
          <a:xfrm>
            <a:off x="3121000" y="4441520"/>
            <a:ext cx="5950000" cy="55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sz="2000" dirty="0">
                <a:solidFill>
                  <a:schemeClr val="bg1"/>
                </a:solidFill>
              </a:rPr>
              <a:t>Q&amp;A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LIGHT VERSION">
  <a:themeElements>
    <a:clrScheme name="whaleTV Colors">
      <a:dk1>
        <a:srgbClr val="000000"/>
      </a:dk1>
      <a:lt1>
        <a:srgbClr val="FFFFFF"/>
      </a:lt1>
      <a:dk2>
        <a:srgbClr val="434343"/>
      </a:dk2>
      <a:lt2>
        <a:srgbClr val="D9D9D9"/>
      </a:lt2>
      <a:accent1>
        <a:srgbClr val="FF0054"/>
      </a:accent1>
      <a:accent2>
        <a:srgbClr val="FF00A1"/>
      </a:accent2>
      <a:accent3>
        <a:srgbClr val="FF8E00"/>
      </a:accent3>
      <a:accent4>
        <a:srgbClr val="660130"/>
      </a:accent4>
      <a:accent5>
        <a:srgbClr val="B30047"/>
      </a:accent5>
      <a:accent6>
        <a:srgbClr val="FF7999"/>
      </a:accent6>
      <a:hlink>
        <a:srgbClr val="FF8E00"/>
      </a:hlink>
      <a:folHlink>
        <a:srgbClr val="FF0055"/>
      </a:folHlink>
    </a:clrScheme>
    <a:fontScheme name="Red Hat">
      <a:majorFont>
        <a:latin typeface="Red Hat Display"/>
        <a:ea typeface=""/>
        <a:cs typeface=""/>
      </a:majorFont>
      <a:minorFont>
        <a:latin typeface="Red Hat Text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ARK VERSION">
  <a:themeElements>
    <a:clrScheme name="whaleTV Colors">
      <a:dk1>
        <a:srgbClr val="000000"/>
      </a:dk1>
      <a:lt1>
        <a:srgbClr val="FFFFFF"/>
      </a:lt1>
      <a:dk2>
        <a:srgbClr val="434343"/>
      </a:dk2>
      <a:lt2>
        <a:srgbClr val="D9D9D9"/>
      </a:lt2>
      <a:accent1>
        <a:srgbClr val="FF0054"/>
      </a:accent1>
      <a:accent2>
        <a:srgbClr val="FF00A1"/>
      </a:accent2>
      <a:accent3>
        <a:srgbClr val="FF8E00"/>
      </a:accent3>
      <a:accent4>
        <a:srgbClr val="660130"/>
      </a:accent4>
      <a:accent5>
        <a:srgbClr val="B30047"/>
      </a:accent5>
      <a:accent6>
        <a:srgbClr val="FF7999"/>
      </a:accent6>
      <a:hlink>
        <a:srgbClr val="FF8E00"/>
      </a:hlink>
      <a:folHlink>
        <a:srgbClr val="FF0055"/>
      </a:folHlink>
    </a:clrScheme>
    <a:fontScheme name="Red Hat">
      <a:majorFont>
        <a:latin typeface="Red Hat Display"/>
        <a:ea typeface=""/>
        <a:cs typeface=""/>
      </a:majorFont>
      <a:minorFont>
        <a:latin typeface="Red Hat Text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6108E67DFA219246BFAAC11E9281D8C8" ma:contentTypeVersion="4" ma:contentTypeDescription="新建文档。" ma:contentTypeScope="" ma:versionID="2febac236335aa37edf00e613e0e4283">
  <xsd:schema xmlns:xsd="http://www.w3.org/2001/XMLSchema" xmlns:xs="http://www.w3.org/2001/XMLSchema" xmlns:p="http://schemas.microsoft.com/office/2006/metadata/properties" xmlns:ns2="a143af0c-27c2-43eb-ad02-e2b2c4f9a659" targetNamespace="http://schemas.microsoft.com/office/2006/metadata/properties" ma:root="true" ma:fieldsID="46a9e3332c2ba6828cd2efdc906c7b3e" ns2:_="">
    <xsd:import namespace="a143af0c-27c2-43eb-ad02-e2b2c4f9a6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43af0c-27c2-43eb-ad02-e2b2c4f9a6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C9433A-894D-46FB-8972-0EF2D5FFCCFE}">
  <ds:schemaRefs>
    <ds:schemaRef ds:uri="http://www.w3.org/XML/1998/namespace"/>
    <ds:schemaRef ds:uri="a143af0c-27c2-43eb-ad02-e2b2c4f9a659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4B97F17-F372-4B3B-BC64-7749D40B65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42413C-A627-4BF8-A929-39A472A904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43af0c-27c2-43eb-ad02-e2b2c4f9a6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675</Words>
  <Application>Microsoft Office PowerPoint</Application>
  <PresentationFormat>宽屏</PresentationFormat>
  <Paragraphs>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Red Hat Display Black</vt:lpstr>
      <vt:lpstr>Red Hat Display ExtraBold</vt:lpstr>
      <vt:lpstr>Red Hat Display Medium</vt:lpstr>
      <vt:lpstr>Red Hat Display SemiBold</vt:lpstr>
      <vt:lpstr>Red Hat Text Medium</vt:lpstr>
      <vt:lpstr>Aptos</vt:lpstr>
      <vt:lpstr>Arial</vt:lpstr>
      <vt:lpstr>LIGHT VERSION</vt:lpstr>
      <vt:lpstr>DARK VERSION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林斌</dc:creator>
  <cp:lastModifiedBy>斌 林</cp:lastModifiedBy>
  <cp:revision>5</cp:revision>
  <dcterms:modified xsi:type="dcterms:W3CDTF">2026-03-31T11:19:54Z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0x0101006108E67DFA219246BFAAC11E9281D8C8</vt:lpwstr>
  </property>
</Properties>
</file>