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<Relationship Id="rId1" Type="http://schemas.openxmlformats.org/officeDocument/2006/relationships/officeDocument" Target="ppt/presentation.xml"/>
 <Relationship Id="rId2" Type="http://schemas.openxmlformats.org/package/2006/relationships/metadata/core-properties" Target="docProps/core.xml"/>
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/>
  <p:outlineViewPr/>
  <p:notesTextViewPr/>
  <p:gridSpacing cx="72008" cy="72008"/>
</p:viewPr>
</file>

<file path=ppt/_rels/presentation.xml.rels><?xml version="1.0" encoding="UTF-8" standalone="yes"?>
<Relationships xmlns="http://schemas.openxmlformats.org/package/2006/relationships">
 <Relationship Id="rId1" Type="http://schemas.openxmlformats.org/officeDocument/2006/relationships/slideMaster" Target="slideMasters/slideMaster1.xml"/>
 <Relationship Id="rId2" Type="http://schemas.openxmlformats.org/officeDocument/2006/relationships/presProps" Target="presProps.xml"/>
 <Relationship Id="rId3" Type="http://schemas.openxmlformats.org/officeDocument/2006/relationships/viewProps" Target="viewProps.xml"/>
 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
</Relationships>
</file>

<file path=ppt/slideLayouts/_rels/slideLayout1.xml.rels><?xml version="1.0" encoding="UTF-8" standalone="yes"?>
<Relationships xmlns="http://schemas.openxmlformats.org/package/2006/relationships">
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<Relationship Id="rId1" Type="http://schemas.openxmlformats.org/officeDocument/2006/relationships/slideLayout" Target="../slideLayouts/slideLayout1.xml"/>
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hf/>
  <p:txStyles>
    <p:titleStyle>
      <a:lvl1pPr algn="l"/>
    </p:titleStyle>
    <p:bodyStyle>
      <a:lvl1pPr algn="l"/>
    </p:bodyStyle>
    <p:otherStyle>
      <a:defPPr/>
    </p:otherStyle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TV AI Voice 测试全流程体系建设倡议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从经验驱动走向标准化、数据化、协同化的质量管理体系</a:t>
            </a:r>
            <a:endParaRPr lang="zh-CN" sz="2000"/>
          </a:p>
          <a:p>
            <a:endParaRPr lang="zh-CN" sz="2000"/>
          </a:p>
          <a:p>
            <a:pPr lvl="0"/>
            <a:r>
              <a:rPr lang="zh-CN" sz="2000" dirty="0" smtClean="0"/>
              <a:t>适用范围：TV / Projector / STB AI Voice 相关版本测试与问题闭环</a:t>
            </a:r>
            <a:endParaRPr lang="zh-CN" sz="2000"/>
          </a:p>
          <a:p>
            <a:pPr lvl="0"/>
            <a:r>
              <a:rPr lang="zh-CN" sz="2000" dirty="0" smtClean="0"/>
              <a:t>汇报目的：说明这项系统倡议的意义、目标、收益与核心优势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1</a:t>
            </a:r>
            <a:endParaRPr lang="zh-CN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为什么要发起这项系统倡议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版本频率提升后，测试范围判断越来越依赖个人经验，标准不一致。</a:t>
            </a:r>
            <a:endParaRPr lang="zh-CN" sz="2000"/>
          </a:p>
          <a:p>
            <a:pPr lvl="0"/>
            <a:r>
              <a:rPr lang="zh-CN" sz="2000" dirty="0" smtClean="0"/>
              <a:t>冒烟、语音回归、系统回归缺少统一入口，容易重复劳动，也容易遗漏。</a:t>
            </a:r>
            <a:endParaRPr lang="zh-CN" sz="2000"/>
          </a:p>
          <a:p>
            <a:pPr lvl="0"/>
            <a:r>
              <a:rPr lang="zh-CN" sz="2000" dirty="0" smtClean="0"/>
              <a:t>客户问题记录分散，复现、归因、追踪效率低，跨团队沟通成本高。</a:t>
            </a:r>
            <a:endParaRPr lang="zh-CN" sz="2000"/>
          </a:p>
          <a:p>
            <a:pPr lvl="0"/>
            <a:r>
              <a:rPr lang="zh-CN" sz="2000" dirty="0" smtClean="0"/>
              <a:t>测试结果沉淀不足，管理层难以快速判断风险与质量趋势。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2</a:t>
            </a:r>
            <a:endParaRPr lang="zh-CN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这个系统倡议的意义是什么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把测试从“人盯人”转成“流程驱动”，让每个版本都有统一的质量入口。</a:t>
            </a:r>
            <a:endParaRPr lang="zh-CN" sz="2000"/>
          </a:p>
          <a:p>
            <a:pPr lvl="0"/>
            <a:r>
              <a:rPr lang="zh-CN" sz="2000" dirty="0" smtClean="0"/>
              <a:t>把测试从“感觉判断”转成“数据判断”，通过率、风险、问题分布都可视化。</a:t>
            </a:r>
            <a:endParaRPr lang="zh-CN" sz="2000"/>
          </a:p>
          <a:p>
            <a:pPr lvl="0"/>
            <a:r>
              <a:rPr lang="zh-CN" sz="2000" dirty="0" smtClean="0"/>
              <a:t>把问题处理从“被动救火”转成“可追踪闭环”，避免同类问题重复踩坑。</a:t>
            </a:r>
            <a:endParaRPr lang="zh-CN" sz="2000"/>
          </a:p>
          <a:p>
            <a:pPr lvl="0"/>
            <a:r>
              <a:rPr lang="zh-CN" sz="2000" dirty="0" smtClean="0"/>
              <a:t>把个人经验沉淀成组织资产，形成语料库、版本记录、问题台账和推荐历史。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3</a:t>
            </a:r>
            <a:endParaRPr 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目标是什么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统一测试流程：版本接收、影响评估、冒烟测试、专项回归、风险评估、发布结论、归档。</a:t>
            </a:r>
            <a:endParaRPr lang="zh-CN" sz="2000"/>
          </a:p>
          <a:p>
            <a:pPr lvl="0"/>
            <a:r>
              <a:rPr lang="zh-CN" sz="2000" dirty="0" smtClean="0"/>
              <a:t>统一记录标准：QA 版本记录、Release Note、客户问题、语音识别记录纳入同一系统。</a:t>
            </a:r>
            <a:endParaRPr lang="zh-CN" sz="2000"/>
          </a:p>
          <a:p>
            <a:pPr lvl="0"/>
            <a:r>
              <a:rPr lang="zh-CN" sz="2000" dirty="0" smtClean="0"/>
              <a:t>提升测试效率：减少重复整理、减少遗漏、缩短沟通路径。</a:t>
            </a:r>
            <a:endParaRPr lang="zh-CN" sz="2000"/>
          </a:p>
          <a:p>
            <a:pPr lvl="0"/>
            <a:r>
              <a:rPr lang="zh-CN" sz="2000" dirty="0" smtClean="0"/>
              <a:t>提升决策效率：让测试、研发、管理层对风险状态有同一视图。</a:t>
            </a:r>
            <a:endParaRPr lang="zh-CN" sz="2000"/>
          </a:p>
          <a:p>
            <a:pPr lvl="0"/>
            <a:r>
              <a:rPr lang="zh-CN" sz="2000" dirty="0" smtClean="0"/>
              <a:t>沉淀长期质量资产：让每次测试和每个问题都能复用。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4</a:t>
            </a:r>
            <a:endParaRPr lang="zh-CN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系统具体覆盖哪些能力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QA 版本记录：记录版本号、模块、风险等级、冒烟/语音/系统回归结果。</a:t>
            </a:r>
            <a:endParaRPr lang="zh-CN" sz="2000"/>
          </a:p>
          <a:p>
            <a:pPr lvl="0"/>
            <a:r>
              <a:rPr lang="zh-CN" sz="2000" dirty="0" smtClean="0"/>
              <a:t>Release Note 管理：研发改动统一登记，支撑测试范围评估。</a:t>
            </a:r>
            <a:endParaRPr lang="zh-CN" sz="2000"/>
          </a:p>
          <a:p>
            <a:pPr lvl="0"/>
            <a:r>
              <a:rPr lang="zh-CN" sz="2000" dirty="0" smtClean="0"/>
              <a:t>客户问题追踪：问题录入、AI 分类、状态流转、筛选导出。</a:t>
            </a:r>
            <a:endParaRPr lang="zh-CN" sz="2000"/>
          </a:p>
          <a:p>
            <a:pPr lvl="0"/>
            <a:r>
              <a:rPr lang="zh-CN" sz="2000" dirty="0" smtClean="0"/>
              <a:t>AI 用例推荐：基于版本改动推荐测试关注点，降低漏测风险。</a:t>
            </a:r>
            <a:endParaRPr lang="zh-CN" sz="2000"/>
          </a:p>
          <a:p>
            <a:pPr lvl="0"/>
            <a:r>
              <a:rPr lang="zh-CN" sz="2000" dirty="0" smtClean="0"/>
              <a:t>仪表板：展示通过率、问题分布、风险分布、高风险版本。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5</a:t>
            </a:r>
            <a:endParaRPr lang="zh-CN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对我们有什么好处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对测试团队：流程更清晰、范围更聚焦、结果更可追溯、问题处理更高效。</a:t>
            </a:r>
            <a:endParaRPr lang="zh-CN" sz="2000"/>
          </a:p>
          <a:p>
            <a:pPr lvl="0"/>
            <a:r>
              <a:rPr lang="zh-CN" sz="2000" dirty="0" smtClean="0"/>
              <a:t>对研发团队：更快定位问题发生的版本、模块和场景，沟通成本明显下降。</a:t>
            </a:r>
            <a:endParaRPr lang="zh-CN" sz="2000"/>
          </a:p>
          <a:p>
            <a:pPr lvl="0"/>
            <a:r>
              <a:rPr lang="zh-CN" sz="2000" dirty="0" smtClean="0"/>
              <a:t>对管理层：可以直接看到版本数量、未解决问题、通过率和高风险分布。</a:t>
            </a:r>
            <a:endParaRPr lang="zh-CN" sz="2000"/>
          </a:p>
          <a:p>
            <a:pPr lvl="0"/>
            <a:r>
              <a:rPr lang="zh-CN" sz="2000" dirty="0" smtClean="0"/>
              <a:t>对团队能力：新人更容易上手，经验不再只停留在个人头脑中。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6</a:t>
            </a:r>
            <a:endParaRPr lang="zh-CN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实施这一举措最大的优势是什么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最大的优势：把分散的测试动作整合成一个闭环质量系统。</a:t>
            </a:r>
            <a:endParaRPr lang="zh-CN" sz="2000"/>
          </a:p>
          <a:p>
            <a:pPr lvl="0"/>
            <a:r>
              <a:rPr lang="zh-CN" sz="2000" dirty="0" smtClean="0"/>
              <a:t>全链路闭环：从版本输入到测试执行、问题追踪、风险判断、历史沉淀全部打通。</a:t>
            </a:r>
            <a:endParaRPr lang="zh-CN" sz="2000"/>
          </a:p>
          <a:p>
            <a:pPr lvl="0"/>
            <a:r>
              <a:rPr lang="zh-CN" sz="2000" dirty="0" smtClean="0"/>
              <a:t>标准化强：每个版本按统一规则执行，结果更可比，过程更可控。</a:t>
            </a:r>
            <a:endParaRPr lang="zh-CN" sz="2000"/>
          </a:p>
          <a:p>
            <a:pPr lvl="0"/>
            <a:r>
              <a:rPr lang="zh-CN" sz="2000" dirty="0" smtClean="0"/>
              <a:t>数据化强：不仅知道做了什么，还知道结果如何、风险在哪、趋势怎样。</a:t>
            </a:r>
            <a:endParaRPr lang="zh-CN" sz="2000"/>
          </a:p>
          <a:p>
            <a:pPr lvl="0"/>
            <a:r>
              <a:rPr lang="zh-CN" sz="2000" dirty="0" smtClean="0"/>
              <a:t>可扩展性强：后续可继续接入语料库、知识库、自动报表和更强的 AI 辅助能力。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7</a:t>
            </a:r>
            <a:endParaRPr lang="zh-CN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为什么现在就要做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版本越多，越容易遗漏；项目越多，越容易标准不一致。</a:t>
            </a:r>
            <a:endParaRPr lang="zh-CN" sz="2000"/>
          </a:p>
          <a:p>
            <a:pPr lvl="0"/>
            <a:r>
              <a:rPr lang="zh-CN" sz="2000" dirty="0" smtClean="0"/>
              <a:t>客户问题越多，追踪和复现成本越高，靠人工记忆不可持续。</a:t>
            </a:r>
            <a:endParaRPr lang="zh-CN" sz="2000"/>
          </a:p>
          <a:p>
            <a:pPr lvl="0"/>
            <a:r>
              <a:rPr lang="zh-CN" sz="2000" dirty="0" smtClean="0"/>
              <a:t>历史经验越多，越需要系统化沉淀，否则无法转化为组织能力。</a:t>
            </a:r>
            <a:endParaRPr lang="zh-CN" sz="2000"/>
          </a:p>
          <a:p>
            <a:pPr lvl="0"/>
            <a:r>
              <a:rPr lang="zh-CN" sz="2000" dirty="0" smtClean="0"/>
              <a:t>现在建设，不只是提升当前效率，更是在提前控制未来复杂度。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8</a:t>
            </a:r>
            <a:endParaRPr lang="zh-CN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系统落地后的预期效果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版本测试流程统一，执行更稳定。</a:t>
            </a:r>
            <a:endParaRPr lang="zh-CN" sz="2000"/>
          </a:p>
          <a:p>
            <a:pPr lvl="0"/>
            <a:r>
              <a:rPr lang="zh-CN" sz="2000" dirty="0" smtClean="0"/>
              <a:t>冒烟测试和语音专项回归标准固定，漏测概率下降。</a:t>
            </a:r>
            <a:endParaRPr lang="zh-CN" sz="2000"/>
          </a:p>
          <a:p>
            <a:pPr lvl="0"/>
            <a:r>
              <a:rPr lang="zh-CN" sz="2000" dirty="0" smtClean="0"/>
              <a:t>客户问题处理效率提升，问题归因更快。</a:t>
            </a:r>
            <a:endParaRPr lang="zh-CN" sz="2000"/>
          </a:p>
          <a:p>
            <a:pPr lvl="0"/>
            <a:r>
              <a:rPr lang="zh-CN" sz="2000" dirty="0" smtClean="0"/>
              <a:t>高风险版本能被更早识别，管理动作更及时。</a:t>
            </a:r>
            <a:endParaRPr lang="zh-CN" sz="2000"/>
          </a:p>
          <a:p>
            <a:pPr lvl="0"/>
            <a:r>
              <a:rPr lang="zh-CN" sz="2000" dirty="0" smtClean="0"/>
              <a:t>测试经验持续沉淀，质量工作从“靠人扛”升级为“靠体系运转”。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9</a:t>
            </a:r>
            <a:endParaRPr lang="zh-CN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四个问题的简版回答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意义：让测试工作从经验驱动转向标准化、数据化、可追踪闭环。</a:t>
            </a:r>
            <a:endParaRPr lang="zh-CN" sz="2000"/>
          </a:p>
          <a:p>
            <a:pPr lvl="0"/>
            <a:r>
              <a:rPr lang="zh-CN" sz="2000" dirty="0" smtClean="0"/>
              <a:t>目标：建立覆盖版本、测试、问题、风险和数据沉淀的完整质量保障体系。</a:t>
            </a:r>
            <a:endParaRPr lang="zh-CN" sz="2000"/>
          </a:p>
          <a:p>
            <a:pPr lvl="0"/>
            <a:r>
              <a:rPr lang="zh-CN" sz="2000" dirty="0" smtClean="0"/>
              <a:t>好处：测试更高效，研发更好定位，管理更清晰决策，团队更容易沉淀能力。</a:t>
            </a:r>
            <a:endParaRPr lang="zh-CN" sz="2000"/>
          </a:p>
          <a:p>
            <a:pPr lvl="0"/>
            <a:r>
              <a:rPr lang="zh-CN" sz="2000" dirty="0" smtClean="0"/>
              <a:t>最大优势：形成一个统一的质量闭环系统，而不是若干分散工具。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10</a:t>
            </a:r>
            <a:endParaRPr lang="zh-CN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420000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685800" y="548640"/>
            <a:ext cx="10363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lvl="0"/>
            <a:r>
              <a:rPr lang="zh-CN" sz="2800" b="1" dirty="0" smtClean="0"/>
              <a:t>结论与建议</a:t>
            </a:r>
            <a:endParaRPr lang="zh-CN" sz="2800"/>
          </a:p>
        </p:txBody>
      </p:sp>
      <p:sp>
        <p:nvSpPr>
          <p:cNvPr id="4" name="Body"/>
          <p:cNvSpPr txBox="1"/>
          <p:nvPr/>
        </p:nvSpPr>
        <p:spPr>
          <a:xfrm>
            <a:off x="822960" y="1645920"/>
            <a:ext cx="10591800" cy="4114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zh-CN" sz="2000" dirty="0" smtClean="0"/>
              <a:t>这不是一个单纯的记录工具，而是一套面向 AI Voice 场景的质量运营系统。</a:t>
            </a:r>
            <a:endParaRPr lang="zh-CN" sz="2000"/>
          </a:p>
          <a:p>
            <a:pPr lvl="0"/>
            <a:r>
              <a:rPr lang="zh-CN" sz="2000" dirty="0" smtClean="0"/>
              <a:t>它解决的不只是“怎么测”，更解决“怎么持续把质量做好”。</a:t>
            </a:r>
            <a:endParaRPr lang="zh-CN" sz="2000"/>
          </a:p>
          <a:p>
            <a:pPr lvl="0"/>
            <a:r>
              <a:rPr lang="zh-CN" sz="2000" dirty="0" smtClean="0"/>
              <a:t>建议先以版本记录、客户问题追踪、固定冒烟流程落地，再逐步强化语料库和 AI 推荐能力。</a:t>
            </a:r>
            <a:endParaRPr lang="zh-CN" sz="2000"/>
          </a:p>
        </p:txBody>
      </p:sp>
      <p:sp>
        <p:nvSpPr>
          <p:cNvPr id="5" name="Footer"/>
          <p:cNvSpPr txBox="1"/>
          <p:nvPr/>
        </p:nvSpPr>
        <p:spPr>
          <a:xfrm>
            <a:off x="10058400" y="6172200"/>
            <a:ext cx="1371600" cy="274320"/>
          </a:xfrm>
          <a:prstGeom prst="rect">
            <a:avLst/>
          </a:prstGeom>
          <a:noFill/>
        </p:spPr>
        <p:txBody>
          <a:bodyPr anchor="ctr"/>
          <a:lstStyle/>
          <a:p>
            <a:pPr lvl="0"/>
            <a:r>
              <a:rPr lang="zh-CN" sz="1400" dirty="0" smtClean="0"/>
              <a:t>11</a:t>
            </a:r>
            <a:endParaRPr lang="zh-CN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x Theme">
  <a:themeElements>
    <a:clrScheme name="Codex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0F62FE"/>
      </a:accent1>
      <a:accent2>
        <a:srgbClr val="22C55E"/>
      </a:accent2>
      <a:accent3>
        <a:srgbClr val="F59E0B"/>
      </a:accent3>
      <a:accent4>
        <a:srgbClr val="EF4444"/>
      </a:accent4>
      <a:accent5>
        <a:srgbClr val="06B6D4"/>
      </a:accent5>
      <a:accent6>
        <a:srgbClr val="8B5CF6"/>
      </a:accent6>
      <a:hlink>
        <a:srgbClr val="2563EB"/>
      </a:hlink>
      <a:folHlink>
        <a:srgbClr val="7C3AED"/>
      </a:folHlink>
    </a:clrScheme>
    <a:fontScheme name="Codex Fonts">
      <a:majorFont>
        <a:latin typeface="Aptos Display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Codex Format">
      <a:fillStyleLst>
        <a:solidFill>
          <a:schemeClr val="phClr"/>
        </a:solidFill>
        <a:gradFill rotWithShape="1">
          <a:gsLst>
            <a:gs pos="0">
              <a:schemeClr val="accent1"/>
            </a:gs>
            <a:gs pos="100000">
              <a:schemeClr val="accent5"/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11</vt:i4>
      </vt:variant>
    </vt:vector>
  </HeadingPairs>
  <TitlesOfParts>
    <vt:vector size="11" baseType="lpstr">
      <vt:lpstr>TV AI Voice 测试全流程体系建设倡议</vt:lpstr>
      <vt:lpstr>为什么要发起这项系统倡议</vt:lpstr>
      <vt:lpstr>这个系统倡议的意义是什么</vt:lpstr>
      <vt:lpstr>目标是什么</vt:lpstr>
      <vt:lpstr>系统具体覆盖哪些能力</vt:lpstr>
      <vt:lpstr>对我们有什么好处</vt:lpstr>
      <vt:lpstr>实施这一举措最大的优势是什么</vt:lpstr>
      <vt:lpstr>为什么现在就要做</vt:lpstr>
      <vt:lpstr>系统落地后的预期效果</vt:lpstr>
      <vt:lpstr>四个问题的简版回答</vt:lpstr>
      <vt:lpstr>结论与建议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 AI Voice 测试全流程体系建设倡议</dc:title>
  <dc:subject>系统倡议汇报</dc:subject>
  <dc:creator>Codex</dc:creator>
  <cp:keywords>AI Voice, QA, Test System, PPT</cp:keywords>
  <dc:description>自动生成的系统倡议汇报PPT</dc:description>
  <cp:lastModifiedBy>Codex</cp:lastModifiedBy>
  <dcterms:created xsi:type="dcterms:W3CDTF">2026-03-31T10:41:44Z</dcterms:created>
  <dcterms:modified xsi:type="dcterms:W3CDTF">2026-03-31T10:41:44Z</dcterms:modified>
</cp:coreProperties>
</file>